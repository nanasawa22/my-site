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6"/>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92459F-CE9E-C6A1-5519-4D86F2C97C84}" name="Greg White" initials="GW" userId="S::greg.white@nutanix.com::70f8b538-21f5-4bcc-8cc4-44890b3e6d68" providerId="AD"/>
  <p188:author id="{C98CD1E3-2862-6084-1E4C-5832FA66464D}" name="Janmarie Wright" initials="" userId="S::janmarie.wright@nutanix.com::7e91afdd-bc17-4e43-bc39-5d6a850333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1699"/>
    <a:srgbClr val="131313"/>
    <a:srgbClr val="D2C4F7"/>
    <a:srgbClr val="12ABB4"/>
    <a:srgbClr val="6EA61A"/>
    <a:srgbClr val="A4E447"/>
    <a:srgbClr val="55B709"/>
    <a:srgbClr val="7ED01A"/>
    <a:srgbClr val="DBFAB1"/>
    <a:srgbClr val="E0E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CB1A65-726B-47BB-AD6D-D24EB497AD59}" v="2" dt="2026-07-09T07:53:05.9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85" autoAdjust="0"/>
    <p:restoredTop sz="96236" autoAdjust="0"/>
  </p:normalViewPr>
  <p:slideViewPr>
    <p:cSldViewPr snapToGrid="0" showGuides="1">
      <p:cViewPr varScale="1">
        <p:scale>
          <a:sx n="146" d="100"/>
          <a:sy n="146" d="100"/>
        </p:scale>
        <p:origin x="184" y="84"/>
      </p:cViewPr>
      <p:guideLst>
        <p:guide orient="horz" pos="1620"/>
        <p:guide pos="2880"/>
      </p:guideLst>
    </p:cSldViewPr>
  </p:slideViewPr>
  <p:outlineViewPr>
    <p:cViewPr>
      <p:scale>
        <a:sx n="33" d="100"/>
        <a:sy n="33" d="100"/>
      </p:scale>
      <p:origin x="0" y="-84084"/>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180" Type="http://schemas.openxmlformats.org/officeDocument/2006/relationships/tableStyles" Target="tableStyles.xml"/><Relationship Id="rId181" Type="http://schemas.microsoft.com/office/2016/11/relationships/changesInfo" Target="changesInfos/changesInfo1.xml"/><Relationship Id="rId182" Type="http://schemas.microsoft.com/office/2015/10/relationships/revisionInfo" Target="revisionInfo.xml"/><Relationship Id="rId18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oharu Shimano （島野 知治）" userId="6a7ceced-158d-474b-a8c6-83ec415838b5" providerId="ADAL" clId="{B5B38B38-84F9-4E75-8E16-7E706F3C4CBC}"/>
    <pc:docChg chg="custSel modSld modMainMaster">
      <pc:chgData name="Tomoharu Shimano （島野 知治）" userId="6a7ceced-158d-474b-a8c6-83ec415838b5" providerId="ADAL" clId="{B5B38B38-84F9-4E75-8E16-7E706F3C4CBC}" dt="2026-07-10T09:18:34.883" v="30" actId="6549"/>
      <pc:docMkLst>
        <pc:docMk/>
      </pc:docMkLst>
      <pc:sldChg chg="modSp mod modShow">
        <pc:chgData name="Tomoharu Shimano （島野 知治）" userId="6a7ceced-158d-474b-a8c6-83ec415838b5" providerId="ADAL" clId="{B5B38B38-84F9-4E75-8E16-7E706F3C4CBC}" dt="2026-07-10T09:18:34.883" v="30" actId="6549"/>
        <pc:sldMkLst>
          <pc:docMk/>
          <pc:sldMk cId="1857022512" sldId="294"/>
        </pc:sldMkLst>
        <pc:spChg chg="mod">
          <ac:chgData name="Tomoharu Shimano （島野 知治）" userId="6a7ceced-158d-474b-a8c6-83ec415838b5" providerId="ADAL" clId="{B5B38B38-84F9-4E75-8E16-7E706F3C4CBC}" dt="2026-07-10T09:18:34.883" v="30" actId="6549"/>
          <ac:spMkLst>
            <pc:docMk/>
            <pc:sldMk cId="1857022512" sldId="294"/>
            <ac:spMk id="9" creationId="{82723146-FB92-E2D0-C1C5-1523D4CBB35B}"/>
          </ac:spMkLst>
        </pc:spChg>
      </pc:sldChg>
      <pc:sldChg chg="modSp mod modShow">
        <pc:chgData name="Tomoharu Shimano （島野 知治）" userId="6a7ceced-158d-474b-a8c6-83ec415838b5" providerId="ADAL" clId="{B5B38B38-84F9-4E75-8E16-7E706F3C4CBC}" dt="2026-07-10T09:15:20.032" v="9" actId="20577"/>
        <pc:sldMkLst>
          <pc:docMk/>
          <pc:sldMk cId="3146074023" sldId="295"/>
        </pc:sldMkLst>
        <pc:spChg chg="mod">
          <ac:chgData name="Tomoharu Shimano （島野 知治）" userId="6a7ceced-158d-474b-a8c6-83ec415838b5" providerId="ADAL" clId="{B5B38B38-84F9-4E75-8E16-7E706F3C4CBC}" dt="2026-07-10T09:15:20.032" v="9" actId="20577"/>
          <ac:spMkLst>
            <pc:docMk/>
            <pc:sldMk cId="3146074023" sldId="295"/>
            <ac:spMk id="3" creationId="{6B2F74B7-6928-0713-2F80-7198B62CA38F}"/>
          </ac:spMkLst>
        </pc:spChg>
      </pc:sldChg>
      <pc:sldChg chg="mod modShow">
        <pc:chgData name="Tomoharu Shimano （島野 知治）" userId="6a7ceced-158d-474b-a8c6-83ec415838b5" providerId="ADAL" clId="{B5B38B38-84F9-4E75-8E16-7E706F3C4CBC}" dt="2026-07-09T07:53:36.492" v="5" actId="729"/>
        <pc:sldMkLst>
          <pc:docMk/>
          <pc:sldMk cId="1654328996" sldId="296"/>
        </pc:sldMkLst>
      </pc:sldChg>
      <pc:sldChg chg="mod modShow">
        <pc:chgData name="Tomoharu Shimano （島野 知治）" userId="6a7ceced-158d-474b-a8c6-83ec415838b5" providerId="ADAL" clId="{B5B38B38-84F9-4E75-8E16-7E706F3C4CBC}" dt="2026-07-09T07:53:36.492" v="5" actId="729"/>
        <pc:sldMkLst>
          <pc:docMk/>
          <pc:sldMk cId="112634591" sldId="297"/>
        </pc:sldMkLst>
      </pc:sldChg>
      <pc:sldChg chg="mod modShow">
        <pc:chgData name="Tomoharu Shimano （島野 知治）" userId="6a7ceced-158d-474b-a8c6-83ec415838b5" providerId="ADAL" clId="{B5B38B38-84F9-4E75-8E16-7E706F3C4CBC}" dt="2026-07-09T07:53:36.492" v="5" actId="729"/>
        <pc:sldMkLst>
          <pc:docMk/>
          <pc:sldMk cId="1211224210" sldId="298"/>
        </pc:sldMkLst>
      </pc:sldChg>
      <pc:sldChg chg="mod modShow">
        <pc:chgData name="Tomoharu Shimano （島野 知治）" userId="6a7ceced-158d-474b-a8c6-83ec415838b5" providerId="ADAL" clId="{B5B38B38-84F9-4E75-8E16-7E706F3C4CBC}" dt="2026-07-09T07:53:36.492" v="5" actId="729"/>
        <pc:sldMkLst>
          <pc:docMk/>
          <pc:sldMk cId="2015064696" sldId="299"/>
        </pc:sldMkLst>
      </pc:sldChg>
      <pc:sldMasterChg chg="modSldLayout">
        <pc:chgData name="Tomoharu Shimano （島野 知治）" userId="6a7ceced-158d-474b-a8c6-83ec415838b5" providerId="ADAL" clId="{B5B38B38-84F9-4E75-8E16-7E706F3C4CBC}" dt="2026-07-09T07:53:05.942" v="4" actId="2711"/>
        <pc:sldMasterMkLst>
          <pc:docMk/>
          <pc:sldMasterMk cId="3655132905" sldId="2147483660"/>
        </pc:sldMasterMkLst>
        <pc:sldLayoutChg chg="addSp delSp modSp mod">
          <pc:chgData name="Tomoharu Shimano （島野 知治）" userId="6a7ceced-158d-474b-a8c6-83ec415838b5" providerId="ADAL" clId="{B5B38B38-84F9-4E75-8E16-7E706F3C4CBC}" dt="2026-07-09T07:53:05.942" v="4" actId="2711"/>
          <pc:sldLayoutMkLst>
            <pc:docMk/>
            <pc:sldMasterMk cId="3655132905" sldId="2147483660"/>
            <pc:sldLayoutMk cId="921797917" sldId="2147483837"/>
          </pc:sldLayoutMkLst>
          <pc:spChg chg="add del mod">
            <ac:chgData name="Tomoharu Shimano （島野 知治）" userId="6a7ceced-158d-474b-a8c6-83ec415838b5" providerId="ADAL" clId="{B5B38B38-84F9-4E75-8E16-7E706F3C4CBC}" dt="2026-07-09T07:52:07.803" v="2" actId="478"/>
            <ac:spMkLst>
              <pc:docMk/>
              <pc:sldMasterMk cId="3655132905" sldId="2147483660"/>
              <pc:sldLayoutMk cId="921797917" sldId="2147483837"/>
              <ac:spMk id="2" creationId="{8E6CDF79-87B2-AEA5-33DF-77915DCDB36C}"/>
            </ac:spMkLst>
          </pc:spChg>
          <pc:spChg chg="mod">
            <ac:chgData name="Tomoharu Shimano （島野 知治）" userId="6a7ceced-158d-474b-a8c6-83ec415838b5" providerId="ADAL" clId="{B5B38B38-84F9-4E75-8E16-7E706F3C4CBC}" dt="2026-07-09T07:53:05.942" v="4" actId="2711"/>
            <ac:spMkLst>
              <pc:docMk/>
              <pc:sldMasterMk cId="3655132905" sldId="2147483660"/>
              <pc:sldLayoutMk cId="921797917" sldId="2147483837"/>
              <ac:spMk id="872" creationId="{00000000-0000-0000-0000-000000000000}"/>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学習向け</c:v>
                </c:pt>
              </c:strCache>
            </c:strRef>
          </c:tx>
          <c:spPr>
            <a:ln w="22225">
              <a:solidFill>
                <a:srgbClr val="131313"/>
              </a:solidFill>
              <a:prstDash val="dash"/>
            </a:ln>
          </c:spPr>
          <c:marker>
            <c:symbol val="none"/>
          </c:marker>
          <c:cat>
            <c:strRef>
              <c:f>Sheet1!$A$2:$A$8</c:f>
              <c:strCache>
                <c:ptCount val="7"/>
                <c:pt idx="0">
                  <c:v>2024</c:v>
                </c:pt>
                <c:pt idx="1">
                  <c:v>2025</c:v>
                </c:pt>
                <c:pt idx="2">
                  <c:v>2026</c:v>
                </c:pt>
                <c:pt idx="3">
                  <c:v>2027</c:v>
                </c:pt>
                <c:pt idx="4">
                  <c:v>2028</c:v>
                </c:pt>
                <c:pt idx="5">
                  <c:v>2029</c:v>
                </c:pt>
                <c:pt idx="6">
                  <c:v>2030</c:v>
                </c:pt>
              </c:strCache>
            </c:strRef>
          </c:cat>
          <c:val>
            <c:numRef>
              <c:f>Sheet1!$B$2:$B$8</c:f>
              <c:numCache>
                <c:formatCode>General</c:formatCode>
                <c:ptCount val="7"/>
                <c:pt idx="0">
                  <c:v>305.6</c:v>
                </c:pt>
                <c:pt idx="1">
                  <c:v>380.8</c:v>
                </c:pt>
                <c:pt idx="2">
                  <c:v>411.2</c:v>
                </c:pt>
                <c:pt idx="3">
                  <c:v>409.5</c:v>
                </c:pt>
                <c:pt idx="4">
                  <c:v>405.3</c:v>
                </c:pt>
                <c:pt idx="5">
                  <c:v>393.4</c:v>
                </c:pt>
                <c:pt idx="6">
                  <c:v>385.9</c:v>
                </c:pt>
              </c:numCache>
            </c:numRef>
          </c:val>
          <c:smooth val="0"/>
        </c:ser>
        <c:ser>
          <c:idx val="1"/>
          <c:order val="1"/>
          <c:tx>
            <c:strRef>
              <c:f>Sheet1!$C$1</c:f>
              <c:strCache>
                <c:ptCount val="1"/>
                <c:pt idx="0">
                  <c:v>推論向け</c:v>
                </c:pt>
              </c:strCache>
            </c:strRef>
          </c:tx>
          <c:spPr>
            <a:ln w="38100">
              <a:solidFill>
                <a:srgbClr val="131313"/>
              </a:solidFill>
            </a:ln>
          </c:spPr>
          <c:marker>
            <c:symbol val="none"/>
          </c:marker>
          <c:cat>
            <c:strRef>
              <c:f>Sheet1!$A$2:$A$8</c:f>
              <c:strCache>
                <c:ptCount val="7"/>
                <c:pt idx="0">
                  <c:v>2024</c:v>
                </c:pt>
                <c:pt idx="1">
                  <c:v>2025</c:v>
                </c:pt>
                <c:pt idx="2">
                  <c:v>2026</c:v>
                </c:pt>
                <c:pt idx="3">
                  <c:v>2027</c:v>
                </c:pt>
                <c:pt idx="4">
                  <c:v>2028</c:v>
                </c:pt>
                <c:pt idx="5">
                  <c:v>2029</c:v>
                </c:pt>
                <c:pt idx="6">
                  <c:v>2030</c:v>
                </c:pt>
              </c:strCache>
            </c:strRef>
          </c:cat>
          <c:val>
            <c:numRef>
              <c:f>Sheet1!$C$2:$C$8</c:f>
              <c:numCache>
                <c:formatCode>General</c:formatCode>
                <c:ptCount val="7"/>
                <c:pt idx="0">
                  <c:v>187.8</c:v>
                </c:pt>
                <c:pt idx="1">
                  <c:v>292.7</c:v>
                </c:pt>
                <c:pt idx="2">
                  <c:v>384.6</c:v>
                </c:pt>
                <c:pt idx="3">
                  <c:v>418.4</c:v>
                </c:pt>
                <c:pt idx="4">
                  <c:v>459.8</c:v>
                </c:pt>
                <c:pt idx="5">
                  <c:v>500.5</c:v>
                </c:pt>
                <c:pt idx="6">
                  <c:v>552.8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131313"/>
            </a:solidFill>
          </a:ln>
        </c:spPr>
        <c:txPr>
          <a:bodyPr/>
          <a:lstStyle/>
          <a:p>
            <a:pPr>
              <a:defRPr sz="1000">
                <a:solidFill>
                  <a:srgbClr val="131313"/>
                </a:solidFill>
                <a:latin typeface="Montserrat"/>
              </a:defRPr>
            </a:pPr>
          </a:p>
        </c:txPr>
        <c:crossAx val="2140495176"/>
        <c:crosses val="autoZero"/>
        <c:auto val="1"/>
        <c:lblAlgn val="ctr"/>
        <c:lblOffset val="100"/>
        <c:noMultiLvlLbl val="0"/>
      </c:catAx>
      <c:valAx>
        <c:axId val="2140495176"/>
        <c:scaling/>
        <c:delete val="0"/>
        <c:axPos val="l"/>
        <c:majorGridlines>
          <c:spPr>
            <a:ln w="9525">
              <a:solidFill>
                <a:srgbClr val="D7D7D7"/>
              </a:solidFill>
            </a:ln>
          </c:spPr>
        </c:majorGridlines>
        <c:majorTickMark val="out"/>
        <c:minorTickMark val="none"/>
        <c:tickLblPos val="nextTo"/>
        <c:spPr>
          <a:ln>
            <a:solidFill>
              <a:srgbClr val="131313"/>
            </a:solidFill>
          </a:ln>
        </c:spPr>
        <c:txPr>
          <a:bodyPr/>
          <a:lstStyle/>
          <a:p>
            <a:pPr>
              <a:defRPr sz="1000">
                <a:solidFill>
                  <a:srgbClr val="131313"/>
                </a:solidFill>
                <a:latin typeface="Montserrat"/>
              </a:defRPr>
            </a:pPr>
          </a:p>
        </c:txPr>
        <c:crossAx val="2118791784"/>
        <c:crosses val="autoZero"/>
      </c:valAx>
    </c:plotArea>
    <c:legend>
      <c:legendPos val="b"/>
      <c:layout/>
      <c:overlay val="0"/>
    </c:legend>
    <c:plotVisOnly val="1"/>
    <c:dispBlanksAs val="gap"/>
    <c:showDLblsOverMax val="0"/>
  </c:chart>
  <c:txPr>
    <a:bodyPr/>
    <a:lstStyle/>
    <a:p>
      <a:pPr>
        <a:defRPr sz="1000">
          <a:latin typeface="Montserra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エラー率</c:v>
                </c:pt>
              </c:strCache>
            </c:strRef>
          </c:tx>
          <c:spPr>
            <a:ln w="19050">
              <a:solidFill>
                <a:srgbClr val="131313"/>
              </a:solidFill>
              <a:prstDash val="dash"/>
            </a:ln>
          </c:spPr>
          <c:marker>
            <c:symbol val="none"/>
          </c:marker>
          <c:cat>
            <c:strRef>
              <c:f>Sheet1!$A$2:$A$6</c:f>
              <c:strCache>
                <c:ptCount val="5"/>
                <c:pt idx="0">
                  <c:v/>
                </c:pt>
                <c:pt idx="1">
                  <c:v/>
                </c:pt>
                <c:pt idx="2">
                  <c:v/>
                </c:pt>
                <c:pt idx="3">
                  <c:v/>
                </c:pt>
                <c:pt idx="4">
                  <c:v/>
                </c:pt>
              </c:strCache>
            </c:strRef>
          </c:cat>
          <c:val>
            <c:numRef>
              <c:f>Sheet1!$B$2:$B$6</c:f>
              <c:numCache>
                <c:formatCode>General</c:formatCode>
                <c:ptCount val="5"/>
                <c:pt idx="0">
                  <c:v>4</c:v>
                </c:pt>
                <c:pt idx="1">
                  <c:v>5</c:v>
                </c:pt>
                <c:pt idx="2">
                  <c:v>4</c:v>
                </c:pt>
                <c:pt idx="3">
                  <c:v>5</c:v>
                </c:pt>
                <c:pt idx="4">
                  <c:v>4</c:v>
                </c:pt>
              </c:numCache>
            </c:numRef>
          </c:val>
          <c:smooth val="0"/>
        </c:ser>
        <c:ser>
          <c:idx val="1"/>
          <c:order val="1"/>
          <c:tx>
            <c:strRef>
              <c:f>Sheet1!$C$1</c:f>
              <c:strCache>
                <c:ptCount val="1"/>
                <c:pt idx="0">
                  <c:v>トークン消費量</c:v>
                </c:pt>
              </c:strCache>
            </c:strRef>
          </c:tx>
          <c:spPr>
            <a:ln w="34925">
              <a:solidFill>
                <a:srgbClr val="131313"/>
              </a:solidFill>
            </a:ln>
          </c:spPr>
          <c:marker>
            <c:symbol val="none"/>
          </c:marker>
          <c:cat>
            <c:strRef>
              <c:f>Sheet1!$A$2:$A$6</c:f>
              <c:strCache>
                <c:ptCount val="5"/>
                <c:pt idx="0">
                  <c:v/>
                </c:pt>
                <c:pt idx="1">
                  <c:v/>
                </c:pt>
                <c:pt idx="2">
                  <c:v/>
                </c:pt>
                <c:pt idx="3">
                  <c:v/>
                </c:pt>
                <c:pt idx="4">
                  <c:v/>
                </c:pt>
              </c:strCache>
            </c:strRef>
          </c:cat>
          <c:val>
            <c:numRef>
              <c:f>Sheet1!$C$2:$C$6</c:f>
              <c:numCache>
                <c:formatCode>General</c:formatCode>
                <c:ptCount val="5"/>
                <c:pt idx="0">
                  <c:v>5</c:v>
                </c:pt>
                <c:pt idx="1">
                  <c:v>18</c:v>
                </c:pt>
                <c:pt idx="2">
                  <c:v>44</c:v>
                </c:pt>
                <c:pt idx="3">
                  <c:v>76</c:v>
                </c:pt>
                <c:pt idx="4">
                  <c:v>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900">
          <a:latin typeface="Montserra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ontserrat" panose="00000500000000000000" pitchFamily="2" charset="0"/>
              </a:defRPr>
            </a:lvl1pPr>
          </a:lstStyle>
          <a:p>
            <a:fld id="{66C31F12-868B-419E-91B9-8A3513660AE3}" type="datetimeFigureOut">
              <a:rPr lang="en-US" smtClean="0"/>
              <a:pPr/>
              <a:t>7/10/2026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8E4C268-4F94-471C-9DA7-9442F2A8365A}" type="slidenum">
              <a:rPr lang="en-US" smtClean="0"/>
              <a:pPr/>
              <a:t>‹#›</a:t>
            </a:fld>
            <a:endParaRPr lang="en-US" dirty="0"/>
          </a:p>
        </p:txBody>
      </p:sp>
    </p:spTree>
    <p:extLst>
      <p:ext uri="{BB962C8B-B14F-4D97-AF65-F5344CB8AC3E}">
        <p14:creationId xmlns:p14="http://schemas.microsoft.com/office/powerpoint/2010/main" val="2329502314"/>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ontserrat" panose="00000500000000000000" pitchFamily="2" charset="0"/>
        <a:ea typeface="+mn-ea"/>
        <a:cs typeface="+mn-cs"/>
      </a:defRPr>
    </a:lvl1pPr>
    <a:lvl2pPr marL="342900" algn="l" defTabSz="685800" rtl="0" eaLnBrk="1" latinLnBrk="0" hangingPunct="1">
      <a:defRPr sz="900" kern="1200">
        <a:solidFill>
          <a:schemeClr val="tx1"/>
        </a:solidFill>
        <a:latin typeface="Montserrat" panose="00000500000000000000" pitchFamily="2" charset="0"/>
        <a:ea typeface="+mn-ea"/>
        <a:cs typeface="+mn-cs"/>
      </a:defRPr>
    </a:lvl2pPr>
    <a:lvl3pPr marL="685800" algn="l" defTabSz="685800" rtl="0" eaLnBrk="1" latinLnBrk="0" hangingPunct="1">
      <a:defRPr sz="900" kern="1200">
        <a:solidFill>
          <a:schemeClr val="tx1"/>
        </a:solidFill>
        <a:latin typeface="Montserrat" panose="00000500000000000000" pitchFamily="2" charset="0"/>
        <a:ea typeface="+mn-ea"/>
        <a:cs typeface="+mn-cs"/>
      </a:defRPr>
    </a:lvl3pPr>
    <a:lvl4pPr marL="1028700" algn="l" defTabSz="685800" rtl="0" eaLnBrk="1" latinLnBrk="0" hangingPunct="1">
      <a:defRPr sz="900" kern="1200">
        <a:solidFill>
          <a:schemeClr val="tx1"/>
        </a:solidFill>
        <a:latin typeface="Montserrat" panose="00000500000000000000" pitchFamily="2" charset="0"/>
        <a:ea typeface="+mn-ea"/>
        <a:cs typeface="+mn-cs"/>
      </a:defRPr>
    </a:lvl4pPr>
    <a:lvl5pPr marL="1371600" algn="l" defTabSz="685800" rtl="0" eaLnBrk="1" latinLnBrk="0" hangingPunct="1">
      <a:defRPr sz="900" kern="1200">
        <a:solidFill>
          <a:schemeClr val="tx1"/>
        </a:solidFill>
        <a:latin typeface="Montserrat" panose="00000500000000000000" pitchFamily="2" charset="0"/>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3.pn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5.png"/><Relationship Id="rId5"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表紙">
    <p:spTree>
      <p:nvGrpSpPr>
        <p:cNvPr id="1" name=""/>
        <p:cNvGrpSpPr/>
        <p:nvPr/>
      </p:nvGrpSpPr>
      <p:grpSpPr>
        <a:xfrm>
          <a:off x="0" y="0"/>
          <a:ext cx="0" cy="0"/>
          <a:chOff x="0" y="0"/>
          <a:chExt cx="0" cy="0"/>
        </a:xfrm>
      </p:grpSpPr>
      <p:pic>
        <p:nvPicPr>
          <p:cNvPr id="11" name="Google Shape;23;p174" descr="A neon sign with a black background&#10;&#10;AI-generated content may be incorrect.">
            <a:extLst>
              <a:ext uri="{FF2B5EF4-FFF2-40B4-BE49-F238E27FC236}">
                <a16:creationId xmlns:a16="http://schemas.microsoft.com/office/drawing/2014/main" id="{7828E08F-B2D3-070B-62A5-29F78AC5CBCD}"/>
              </a:ext>
            </a:extLst>
          </p:cNvPr>
          <p:cNvPicPr preferRelativeResize="0"/>
          <p:nvPr userDrawn="1"/>
        </p:nvPicPr>
        <p:blipFill rotWithShape="1">
          <a:blip r:embed="rId2">
            <a:alphaModFix/>
          </a:blip>
          <a:srcRect/>
          <a:stretch/>
        </p:blipFill>
        <p:spPr>
          <a:xfrm>
            <a:off x="0" y="0"/>
            <a:ext cx="9140300" cy="5143500"/>
          </a:xfrm>
          <a:prstGeom prst="rect">
            <a:avLst/>
          </a:prstGeom>
          <a:noFill/>
          <a:ln>
            <a:noFill/>
          </a:ln>
        </p:spPr>
      </p:pic>
      <p:sp>
        <p:nvSpPr>
          <p:cNvPr id="2" name="Title 1"/>
          <p:cNvSpPr>
            <a:spLocks noGrp="1"/>
          </p:cNvSpPr>
          <p:nvPr>
            <p:ph type="ctrTitle" hasCustomPrompt="1"/>
          </p:nvPr>
        </p:nvSpPr>
        <p:spPr>
          <a:xfrm>
            <a:off x="419100" y="1206000"/>
            <a:ext cx="4586400" cy="1674000"/>
          </a:xfrm>
        </p:spPr>
        <p:txBody>
          <a:bodyPr anchor="b">
            <a:noAutofit/>
          </a:bodyPr>
          <a:lstStyle>
            <a:lvl1pPr algn="l">
              <a:defRPr sz="4000" b="1">
                <a:solidFill>
                  <a:schemeClr val="bg1"/>
                </a:solidFill>
                <a:latin typeface="+mj-lt"/>
                <a:ea typeface="+mn-ea"/>
              </a:defRPr>
            </a:lvl1pPr>
          </a:lstStyle>
          <a:p>
            <a:r>
              <a:rPr lang="en-US" altLang="ja-JP" sz="4000" dirty="0"/>
              <a:t>Title Slide</a:t>
            </a:r>
            <a:endParaRPr lang="en-US" dirty="0"/>
          </a:p>
        </p:txBody>
      </p:sp>
      <p:sp>
        <p:nvSpPr>
          <p:cNvPr id="3" name="Subtitle 2"/>
          <p:cNvSpPr>
            <a:spLocks noGrp="1"/>
          </p:cNvSpPr>
          <p:nvPr>
            <p:ph type="subTitle" idx="1"/>
          </p:nvPr>
        </p:nvSpPr>
        <p:spPr>
          <a:xfrm>
            <a:off x="419100" y="3085200"/>
            <a:ext cx="4586400" cy="1242000"/>
          </a:xfrm>
        </p:spPr>
        <p:txBody>
          <a:bodyPr>
            <a:noAutofit/>
          </a:bodyPr>
          <a:lstStyle>
            <a:lvl1pPr marL="0" indent="0" algn="l" rtl="0">
              <a:lnSpc>
                <a:spcPct val="100000"/>
              </a:lnSpc>
              <a:spcBef>
                <a:spcPts val="1200"/>
              </a:spcBef>
              <a:spcAft>
                <a:spcPts val="0"/>
              </a:spcAft>
              <a:buSzPts val="960"/>
              <a:buNone/>
              <a:defRPr lang="ja-JP" altLang="en-US" sz="1200" dirty="0" smtClean="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marL="0" lvl="0" indent="0" algn="l" rtl="0">
              <a:lnSpc>
                <a:spcPct val="90000"/>
              </a:lnSpc>
              <a:spcBef>
                <a:spcPts val="750"/>
              </a:spcBef>
              <a:spcAft>
                <a:spcPts val="0"/>
              </a:spcAft>
              <a:buSzPts val="1280"/>
              <a:buNone/>
            </a:pPr>
            <a:endParaRPr lang="ja-JP" altLang="en-US" dirty="0"/>
          </a:p>
        </p:txBody>
      </p:sp>
      <p:pic>
        <p:nvPicPr>
          <p:cNvPr id="16" name="Graphic 15">
            <a:extLst>
              <a:ext uri="{FF2B5EF4-FFF2-40B4-BE49-F238E27FC236}">
                <a16:creationId xmlns:a16="http://schemas.microsoft.com/office/drawing/2014/main" id="{5D05D237-27F5-6214-0323-B27C8662A91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invGray">
          <a:xfrm>
            <a:off x="7715083" y="4612966"/>
            <a:ext cx="1010595" cy="127155"/>
          </a:xfrm>
          <a:prstGeom prst="rect">
            <a:avLst/>
          </a:prstGeom>
        </p:spPr>
      </p:pic>
      <p:pic>
        <p:nvPicPr>
          <p:cNvPr id="13" name="Google Shape;2202;p7">
            <a:extLst>
              <a:ext uri="{FF2B5EF4-FFF2-40B4-BE49-F238E27FC236}">
                <a16:creationId xmlns:a16="http://schemas.microsoft.com/office/drawing/2014/main" id="{116C1006-C113-D6AF-30D3-F316E5B71073}"/>
              </a:ext>
            </a:extLst>
          </p:cNvPr>
          <p:cNvPicPr preferRelativeResize="0"/>
          <p:nvPr userDrawn="1"/>
        </p:nvPicPr>
        <p:blipFill rotWithShape="1">
          <a:blip r:embed="rId5">
            <a:alphaModFix/>
          </a:blip>
          <a:srcRect/>
          <a:stretch/>
        </p:blipFill>
        <p:spPr>
          <a:xfrm>
            <a:off x="0" y="33119"/>
            <a:ext cx="2201001" cy="979580"/>
          </a:xfrm>
          <a:prstGeom prst="rect">
            <a:avLst/>
          </a:prstGeom>
          <a:noFill/>
          <a:ln>
            <a:noFill/>
          </a:ln>
        </p:spPr>
      </p:pic>
    </p:spTree>
    <p:extLst>
      <p:ext uri="{BB962C8B-B14F-4D97-AF65-F5344CB8AC3E}">
        <p14:creationId xmlns:p14="http://schemas.microsoft.com/office/powerpoint/2010/main" val="236316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スピーカータイトル">
    <p:spTree>
      <p:nvGrpSpPr>
        <p:cNvPr id="1" name=""/>
        <p:cNvGrpSpPr/>
        <p:nvPr/>
      </p:nvGrpSpPr>
      <p:grpSpPr>
        <a:xfrm>
          <a:off x="0" y="0"/>
          <a:ext cx="0" cy="0"/>
          <a:chOff x="0" y="0"/>
          <a:chExt cx="0" cy="0"/>
        </a:xfrm>
      </p:grpSpPr>
      <p:sp>
        <p:nvSpPr>
          <p:cNvPr id="14" name="Google Shape;809;p176">
            <a:extLst>
              <a:ext uri="{FF2B5EF4-FFF2-40B4-BE49-F238E27FC236}">
                <a16:creationId xmlns:a16="http://schemas.microsoft.com/office/drawing/2014/main" id="{18911D43-6A16-B806-1BE1-6E5475644E5E}"/>
              </a:ext>
            </a:extLst>
          </p:cNvPr>
          <p:cNvSpPr/>
          <p:nvPr userDrawn="1"/>
        </p:nvSpPr>
        <p:spPr>
          <a:xfrm>
            <a:off x="1" y="0"/>
            <a:ext cx="9143999" cy="51435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a:ea typeface="Montserrat"/>
              <a:cs typeface="Montserrat"/>
              <a:sym typeface="Montserrat"/>
            </a:endParaRPr>
          </a:p>
        </p:txBody>
      </p:sp>
      <p:sp>
        <p:nvSpPr>
          <p:cNvPr id="4" name="スライド番号プレースホルダー 3">
            <a:extLst>
              <a:ext uri="{FF2B5EF4-FFF2-40B4-BE49-F238E27FC236}">
                <a16:creationId xmlns:a16="http://schemas.microsoft.com/office/drawing/2014/main" id="{7037EDB9-BFFF-7594-25F4-66C3C75410B7}"/>
              </a:ext>
            </a:extLst>
          </p:cNvPr>
          <p:cNvSpPr>
            <a:spLocks noGrp="1"/>
          </p:cNvSpPr>
          <p:nvPr>
            <p:ph type="sldNum" sz="quarter" idx="11"/>
          </p:nvPr>
        </p:nvSpPr>
        <p:spPr/>
        <p:txBody>
          <a:bodyPr/>
          <a:lstStyle/>
          <a:p>
            <a:fld id="{9039307C-AD07-48DD-9A65-4158548F2EA1}" type="slidenum">
              <a:rPr lang="en-US" smtClean="0"/>
              <a:pPr/>
              <a:t>‹#›</a:t>
            </a:fld>
            <a:endParaRPr lang="en-US"/>
          </a:p>
        </p:txBody>
      </p:sp>
      <p:sp>
        <p:nvSpPr>
          <p:cNvPr id="5" name="Google Shape;810;p176">
            <a:extLst>
              <a:ext uri="{FF2B5EF4-FFF2-40B4-BE49-F238E27FC236}">
                <a16:creationId xmlns:a16="http://schemas.microsoft.com/office/drawing/2014/main" id="{C3F0C374-0679-BEE6-2940-1C4A44058B8D}"/>
              </a:ext>
            </a:extLst>
          </p:cNvPr>
          <p:cNvSpPr txBox="1">
            <a:spLocks noGrp="1"/>
          </p:cNvSpPr>
          <p:nvPr>
            <p:ph type="body" idx="1"/>
          </p:nvPr>
        </p:nvSpPr>
        <p:spPr>
          <a:xfrm>
            <a:off x="4879301" y="3640787"/>
            <a:ext cx="3845601" cy="458787"/>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750"/>
              </a:spcBef>
              <a:spcAft>
                <a:spcPts val="0"/>
              </a:spcAft>
              <a:buSzPts val="1120"/>
              <a:buNone/>
              <a:defRPr sz="1400">
                <a:solidFill>
                  <a:schemeClr val="lt1"/>
                </a:solidFill>
                <a:latin typeface="+mn-lt"/>
                <a:ea typeface="+mn-ea"/>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6" name="Google Shape;811;p176">
            <a:extLst>
              <a:ext uri="{FF2B5EF4-FFF2-40B4-BE49-F238E27FC236}">
                <a16:creationId xmlns:a16="http://schemas.microsoft.com/office/drawing/2014/main" id="{1ACDBE2A-6672-2DEC-D268-0A3D315A489F}"/>
              </a:ext>
            </a:extLst>
          </p:cNvPr>
          <p:cNvSpPr txBox="1">
            <a:spLocks noGrp="1"/>
          </p:cNvSpPr>
          <p:nvPr>
            <p:ph type="body" idx="2"/>
          </p:nvPr>
        </p:nvSpPr>
        <p:spPr>
          <a:xfrm>
            <a:off x="4878625" y="1709870"/>
            <a:ext cx="3844925" cy="1207008"/>
          </a:xfrm>
          <a:prstGeom prst="rect">
            <a:avLst/>
          </a:prstGeom>
          <a:noFill/>
          <a:ln>
            <a:noFill/>
          </a:ln>
        </p:spPr>
        <p:txBody>
          <a:bodyPr spcFirstLastPara="1" wrap="square" lIns="91425" tIns="45700" rIns="91425" bIns="45700" anchor="b" anchorCtr="0">
            <a:noAutofit/>
          </a:bodyPr>
          <a:lstStyle>
            <a:lvl1pPr marL="457200" lvl="0" indent="-228600" algn="ctr">
              <a:lnSpc>
                <a:spcPct val="90000"/>
              </a:lnSpc>
              <a:spcBef>
                <a:spcPts val="0"/>
              </a:spcBef>
              <a:spcAft>
                <a:spcPts val="0"/>
              </a:spcAft>
              <a:buSzPts val="1600"/>
              <a:buNone/>
              <a:defRPr sz="2000">
                <a:solidFill>
                  <a:schemeClr val="lt1"/>
                </a:solidFill>
                <a:latin typeface="+mn-lt"/>
                <a:ea typeface="+mn-ea"/>
                <a:cs typeface="Montserrat SemiBold"/>
                <a:sym typeface="Montserrat SemiBold"/>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sp>
        <p:nvSpPr>
          <p:cNvPr id="7" name="Google Shape;812;p176">
            <a:extLst>
              <a:ext uri="{FF2B5EF4-FFF2-40B4-BE49-F238E27FC236}">
                <a16:creationId xmlns:a16="http://schemas.microsoft.com/office/drawing/2014/main" id="{42A96E31-620B-B3BD-913D-3D77162F176B}"/>
              </a:ext>
            </a:extLst>
          </p:cNvPr>
          <p:cNvSpPr txBox="1">
            <a:spLocks noGrp="1"/>
          </p:cNvSpPr>
          <p:nvPr>
            <p:ph type="body" idx="3"/>
          </p:nvPr>
        </p:nvSpPr>
        <p:spPr>
          <a:xfrm>
            <a:off x="4878388" y="3026304"/>
            <a:ext cx="3846512" cy="465138"/>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accent6"/>
              </a:buClr>
              <a:buSzPts val="1280"/>
              <a:buFont typeface="Montserrat"/>
              <a:buNone/>
              <a:defRPr sz="1600">
                <a:solidFill>
                  <a:schemeClr val="lt1"/>
                </a:solidFill>
                <a:latin typeface="+mn-lt"/>
                <a:ea typeface="+mn-ea"/>
                <a:cs typeface="Montserrat"/>
                <a:sym typeface="Montserrat"/>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 name="Google Shape;815;p176">
            <a:extLst>
              <a:ext uri="{FF2B5EF4-FFF2-40B4-BE49-F238E27FC236}">
                <a16:creationId xmlns:a16="http://schemas.microsoft.com/office/drawing/2014/main" id="{D37EB723-FAA6-A6BC-6529-F380739630B3}"/>
              </a:ext>
            </a:extLst>
          </p:cNvPr>
          <p:cNvSpPr txBox="1">
            <a:spLocks noGrp="1"/>
          </p:cNvSpPr>
          <p:nvPr>
            <p:ph type="body" idx="5"/>
          </p:nvPr>
        </p:nvSpPr>
        <p:spPr>
          <a:xfrm>
            <a:off x="419100" y="3640787"/>
            <a:ext cx="3845601" cy="458787"/>
          </a:xfrm>
          <a:prstGeom prst="rect">
            <a:avLst/>
          </a:prstGeom>
          <a:noFill/>
          <a:ln>
            <a:noFill/>
          </a:ln>
        </p:spPr>
        <p:txBody>
          <a:bodyPr spcFirstLastPara="1" wrap="square" lIns="0" tIns="0" rIns="0" bIns="0" anchor="ctr" anchorCtr="0">
            <a:noAutofit/>
          </a:bodyPr>
          <a:lstStyle>
            <a:lvl1pPr marL="457200" lvl="0" indent="-228600" algn="ctr">
              <a:lnSpc>
                <a:spcPct val="90000"/>
              </a:lnSpc>
              <a:spcBef>
                <a:spcPts val="750"/>
              </a:spcBef>
              <a:spcAft>
                <a:spcPts val="0"/>
              </a:spcAft>
              <a:buSzPts val="1120"/>
              <a:buNone/>
              <a:defRPr sz="1400">
                <a:solidFill>
                  <a:schemeClr val="lt1"/>
                </a:solidFill>
                <a:latin typeface="+mn-lt"/>
                <a:ea typeface="+mn-ea"/>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sp>
        <p:nvSpPr>
          <p:cNvPr id="10" name="Google Shape;819;p176">
            <a:extLst>
              <a:ext uri="{FF2B5EF4-FFF2-40B4-BE49-F238E27FC236}">
                <a16:creationId xmlns:a16="http://schemas.microsoft.com/office/drawing/2014/main" id="{D1608B3E-5AD1-5555-2EF7-F26023A903BA}"/>
              </a:ext>
            </a:extLst>
          </p:cNvPr>
          <p:cNvSpPr>
            <a:spLocks noGrp="1"/>
          </p:cNvSpPr>
          <p:nvPr>
            <p:ph type="pic" idx="6"/>
          </p:nvPr>
        </p:nvSpPr>
        <p:spPr>
          <a:xfrm>
            <a:off x="1617931" y="686437"/>
            <a:ext cx="1444752" cy="1444752"/>
          </a:xfrm>
          <a:prstGeom prst="ellipse">
            <a:avLst/>
          </a:prstGeom>
          <a:solidFill>
            <a:srgbClr val="D8D8D8"/>
          </a:solidFill>
          <a:ln>
            <a:noFill/>
          </a:ln>
        </p:spPr>
      </p:sp>
      <p:sp>
        <p:nvSpPr>
          <p:cNvPr id="11" name="Google Shape;820;p176">
            <a:extLst>
              <a:ext uri="{FF2B5EF4-FFF2-40B4-BE49-F238E27FC236}">
                <a16:creationId xmlns:a16="http://schemas.microsoft.com/office/drawing/2014/main" id="{F0A152B4-E92F-2791-16EE-BA8B7BF34E1D}"/>
              </a:ext>
            </a:extLst>
          </p:cNvPr>
          <p:cNvSpPr>
            <a:spLocks noGrp="1"/>
          </p:cNvSpPr>
          <p:nvPr>
            <p:ph type="pic" idx="7"/>
          </p:nvPr>
        </p:nvSpPr>
        <p:spPr>
          <a:xfrm>
            <a:off x="6081316" y="686437"/>
            <a:ext cx="1444752" cy="1444752"/>
          </a:xfrm>
          <a:prstGeom prst="ellipse">
            <a:avLst/>
          </a:prstGeom>
          <a:solidFill>
            <a:srgbClr val="D8D8D8"/>
          </a:solidFill>
          <a:ln>
            <a:noFill/>
          </a:ln>
        </p:spPr>
      </p:sp>
      <p:cxnSp>
        <p:nvCxnSpPr>
          <p:cNvPr id="12" name="Google Shape;823;p176">
            <a:extLst>
              <a:ext uri="{FF2B5EF4-FFF2-40B4-BE49-F238E27FC236}">
                <a16:creationId xmlns:a16="http://schemas.microsoft.com/office/drawing/2014/main" id="{DB954A8E-47E8-0CA9-DC89-4188B73543DB}"/>
              </a:ext>
            </a:extLst>
          </p:cNvPr>
          <p:cNvCxnSpPr/>
          <p:nvPr userDrawn="1"/>
        </p:nvCxnSpPr>
        <p:spPr>
          <a:xfrm>
            <a:off x="1987882" y="2950332"/>
            <a:ext cx="704850" cy="0"/>
          </a:xfrm>
          <a:prstGeom prst="straightConnector1">
            <a:avLst/>
          </a:prstGeom>
          <a:noFill/>
          <a:ln w="38100" cap="flat" cmpd="sng">
            <a:solidFill>
              <a:srgbClr val="6530D3"/>
            </a:solidFill>
            <a:prstDash val="solid"/>
            <a:miter lim="8000"/>
            <a:headEnd type="none" w="sm" len="sm"/>
            <a:tailEnd type="none" w="sm" len="sm"/>
          </a:ln>
        </p:spPr>
      </p:cxnSp>
      <p:cxnSp>
        <p:nvCxnSpPr>
          <p:cNvPr id="13" name="Google Shape;825;p176">
            <a:extLst>
              <a:ext uri="{FF2B5EF4-FFF2-40B4-BE49-F238E27FC236}">
                <a16:creationId xmlns:a16="http://schemas.microsoft.com/office/drawing/2014/main" id="{B7A8E95F-089F-5AB0-34BB-99E2DD05385F}"/>
              </a:ext>
            </a:extLst>
          </p:cNvPr>
          <p:cNvCxnSpPr/>
          <p:nvPr userDrawn="1"/>
        </p:nvCxnSpPr>
        <p:spPr>
          <a:xfrm>
            <a:off x="6451267" y="2950332"/>
            <a:ext cx="704850" cy="0"/>
          </a:xfrm>
          <a:prstGeom prst="straightConnector1">
            <a:avLst/>
          </a:prstGeom>
          <a:noFill/>
          <a:ln w="38100" cap="flat" cmpd="sng">
            <a:solidFill>
              <a:srgbClr val="6530D3"/>
            </a:solidFill>
            <a:prstDash val="solid"/>
            <a:miter lim="8000"/>
            <a:headEnd type="none" w="sm" len="sm"/>
            <a:tailEnd type="none" w="sm" len="sm"/>
          </a:ln>
        </p:spPr>
      </p:cxnSp>
      <p:sp>
        <p:nvSpPr>
          <p:cNvPr id="17" name="Google Shape;811;p176">
            <a:extLst>
              <a:ext uri="{FF2B5EF4-FFF2-40B4-BE49-F238E27FC236}">
                <a16:creationId xmlns:a16="http://schemas.microsoft.com/office/drawing/2014/main" id="{B0A1B9EF-9A9E-B855-BA7F-2839D56B0653}"/>
              </a:ext>
            </a:extLst>
          </p:cNvPr>
          <p:cNvSpPr txBox="1">
            <a:spLocks noGrp="1"/>
          </p:cNvSpPr>
          <p:nvPr>
            <p:ph type="body" idx="12"/>
          </p:nvPr>
        </p:nvSpPr>
        <p:spPr>
          <a:xfrm>
            <a:off x="419100" y="1709870"/>
            <a:ext cx="3844925" cy="1207008"/>
          </a:xfrm>
          <a:prstGeom prst="rect">
            <a:avLst/>
          </a:prstGeom>
          <a:noFill/>
          <a:ln>
            <a:noFill/>
          </a:ln>
        </p:spPr>
        <p:txBody>
          <a:bodyPr spcFirstLastPara="1" wrap="square" lIns="91425" tIns="45700" rIns="91425" bIns="45700" anchor="b" anchorCtr="0">
            <a:noAutofit/>
          </a:bodyPr>
          <a:lstStyle>
            <a:lvl1pPr marL="457200" lvl="0" indent="-228600" algn="ctr">
              <a:lnSpc>
                <a:spcPct val="90000"/>
              </a:lnSpc>
              <a:spcBef>
                <a:spcPts val="0"/>
              </a:spcBef>
              <a:spcAft>
                <a:spcPts val="0"/>
              </a:spcAft>
              <a:buSzPts val="1600"/>
              <a:buNone/>
              <a:defRPr sz="2000">
                <a:solidFill>
                  <a:schemeClr val="lt1"/>
                </a:solidFill>
                <a:latin typeface="+mn-lt"/>
                <a:ea typeface="+mn-ea"/>
                <a:cs typeface="Montserrat SemiBold"/>
                <a:sym typeface="Montserrat SemiBold"/>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sp>
        <p:nvSpPr>
          <p:cNvPr id="18" name="Google Shape;812;p176">
            <a:extLst>
              <a:ext uri="{FF2B5EF4-FFF2-40B4-BE49-F238E27FC236}">
                <a16:creationId xmlns:a16="http://schemas.microsoft.com/office/drawing/2014/main" id="{25FA3794-65ED-2E6A-9929-5B50DB27D1E2}"/>
              </a:ext>
            </a:extLst>
          </p:cNvPr>
          <p:cNvSpPr txBox="1">
            <a:spLocks noGrp="1"/>
          </p:cNvSpPr>
          <p:nvPr>
            <p:ph type="body" idx="13"/>
          </p:nvPr>
        </p:nvSpPr>
        <p:spPr>
          <a:xfrm>
            <a:off x="419100" y="3026304"/>
            <a:ext cx="3846512" cy="465138"/>
          </a:xfrm>
          <a:prstGeom prst="rect">
            <a:avLst/>
          </a:prstGeom>
          <a:noFill/>
          <a:ln>
            <a:noFill/>
          </a:ln>
        </p:spPr>
        <p:txBody>
          <a:bodyPr spcFirstLastPara="1" wrap="square" lIns="91425" tIns="45700" rIns="91425" bIns="45700" anchor="t" anchorCtr="0">
            <a:noAutofit/>
          </a:bodyPr>
          <a:lstStyle>
            <a:lvl1pPr marL="457200" lvl="0" indent="-228600" algn="ctr">
              <a:lnSpc>
                <a:spcPct val="90000"/>
              </a:lnSpc>
              <a:spcBef>
                <a:spcPts val="750"/>
              </a:spcBef>
              <a:spcAft>
                <a:spcPts val="0"/>
              </a:spcAft>
              <a:buClr>
                <a:schemeClr val="accent6"/>
              </a:buClr>
              <a:buSzPts val="1280"/>
              <a:buFont typeface="Montserrat"/>
              <a:buNone/>
              <a:defRPr sz="1600">
                <a:solidFill>
                  <a:schemeClr val="lt1"/>
                </a:solidFill>
                <a:latin typeface="+mn-lt"/>
                <a:ea typeface="+mn-ea"/>
                <a:cs typeface="Montserrat"/>
                <a:sym typeface="Montserrat"/>
              </a:defRPr>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pic>
        <p:nvPicPr>
          <p:cNvPr id="20" name="Picture 3">
            <a:extLst>
              <a:ext uri="{FF2B5EF4-FFF2-40B4-BE49-F238E27FC236}">
                <a16:creationId xmlns:a16="http://schemas.microsoft.com/office/drawing/2014/main" id="{78A02FF7-3F4B-702E-069A-CEE5EAE96017}"/>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1941557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裏表紙">
    <p:spTree>
      <p:nvGrpSpPr>
        <p:cNvPr id="1" name=""/>
        <p:cNvGrpSpPr/>
        <p:nvPr/>
      </p:nvGrpSpPr>
      <p:grpSpPr>
        <a:xfrm>
          <a:off x="0" y="0"/>
          <a:ext cx="0" cy="0"/>
          <a:chOff x="0" y="0"/>
          <a:chExt cx="0" cy="0"/>
        </a:xfrm>
      </p:grpSpPr>
      <p:pic>
        <p:nvPicPr>
          <p:cNvPr id="5" name="Google Shape;839;p179" descr="A black and purple square with a pink triangle&#10;&#10;AI-generated content may be incorrect.">
            <a:extLst>
              <a:ext uri="{FF2B5EF4-FFF2-40B4-BE49-F238E27FC236}">
                <a16:creationId xmlns:a16="http://schemas.microsoft.com/office/drawing/2014/main" id="{93551A80-DA1F-92EF-3490-D6596C1D15B9}"/>
              </a:ext>
            </a:extLst>
          </p:cNvPr>
          <p:cNvPicPr preferRelativeResize="0"/>
          <p:nvPr userDrawn="1"/>
        </p:nvPicPr>
        <p:blipFill rotWithShape="1">
          <a:blip r:embed="rId2">
            <a:alphaModFix/>
          </a:blip>
          <a:srcRect/>
          <a:stretch/>
        </p:blipFill>
        <p:spPr>
          <a:xfrm>
            <a:off x="3700" y="0"/>
            <a:ext cx="9140300" cy="5143500"/>
          </a:xfrm>
          <a:prstGeom prst="rect">
            <a:avLst/>
          </a:prstGeom>
          <a:noFill/>
          <a:ln>
            <a:noFill/>
          </a:ln>
        </p:spPr>
      </p:pic>
      <p:sp>
        <p:nvSpPr>
          <p:cNvPr id="6" name="Google Shape;2236;p11">
            <a:extLst>
              <a:ext uri="{FF2B5EF4-FFF2-40B4-BE49-F238E27FC236}">
                <a16:creationId xmlns:a16="http://schemas.microsoft.com/office/drawing/2014/main" id="{3B24E52F-BCBF-0E4F-659E-EB25081889E1}"/>
              </a:ext>
            </a:extLst>
          </p:cNvPr>
          <p:cNvSpPr txBox="1"/>
          <p:nvPr userDrawn="1"/>
        </p:nvSpPr>
        <p:spPr>
          <a:xfrm>
            <a:off x="1008993" y="2062087"/>
            <a:ext cx="7094483" cy="640953"/>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lt1"/>
              </a:buClr>
              <a:buSzPts val="4000"/>
              <a:buFont typeface="Montserrat SemiBold"/>
              <a:buNone/>
            </a:pPr>
            <a:r>
              <a:rPr lang="en-US" sz="4000" b="1" dirty="0">
                <a:solidFill>
                  <a:schemeClr val="lt1"/>
                </a:solidFill>
                <a:latin typeface="Montserrat SemiBold"/>
                <a:ea typeface="Montserrat SemiBold"/>
                <a:cs typeface="Montserrat SemiBold"/>
                <a:sym typeface="Montserrat SemiBold"/>
              </a:rPr>
              <a:t>Thank You</a:t>
            </a:r>
            <a:endParaRPr dirty="0"/>
          </a:p>
        </p:txBody>
      </p:sp>
      <p:pic>
        <p:nvPicPr>
          <p:cNvPr id="7" name="Google Shape;840;p179">
            <a:extLst>
              <a:ext uri="{FF2B5EF4-FFF2-40B4-BE49-F238E27FC236}">
                <a16:creationId xmlns:a16="http://schemas.microsoft.com/office/drawing/2014/main" id="{73F2A2D8-F891-DEFD-D62C-F1F927AD2AC7}"/>
              </a:ext>
            </a:extLst>
          </p:cNvPr>
          <p:cNvPicPr preferRelativeResize="0"/>
          <p:nvPr userDrawn="1"/>
        </p:nvPicPr>
        <p:blipFill rotWithShape="1">
          <a:blip r:embed="rId3">
            <a:alphaModFix/>
          </a:blip>
          <a:srcRect/>
          <a:stretch/>
        </p:blipFill>
        <p:spPr>
          <a:xfrm>
            <a:off x="3664600" y="590323"/>
            <a:ext cx="1814799" cy="907401"/>
          </a:xfrm>
          <a:prstGeom prst="rect">
            <a:avLst/>
          </a:prstGeom>
          <a:noFill/>
          <a:ln>
            <a:noFill/>
          </a:ln>
        </p:spPr>
      </p:pic>
    </p:spTree>
    <p:extLst>
      <p:ext uri="{BB962C8B-B14F-4D97-AF65-F5344CB8AC3E}">
        <p14:creationId xmlns:p14="http://schemas.microsoft.com/office/powerpoint/2010/main" val="114396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bwMode="gray">
      <p:bgRef idx="1001">
        <a:schemeClr val="bg1"/>
      </p:bgRef>
    </p:bg>
    <p:spTree>
      <p:nvGrpSpPr>
        <p:cNvPr id="1" name=""/>
        <p:cNvGrpSpPr/>
        <p:nvPr/>
      </p:nvGrpSpPr>
      <p:grpSpPr>
        <a:xfrm>
          <a:off x="0" y="0"/>
          <a:ext cx="0" cy="0"/>
          <a:chOff x="0" y="0"/>
          <a:chExt cx="0" cy="0"/>
        </a:xfrm>
      </p:grpSpPr>
      <p:pic>
        <p:nvPicPr>
          <p:cNvPr id="11" name="Google Shape;12;p2">
            <a:extLst>
              <a:ext uri="{FF2B5EF4-FFF2-40B4-BE49-F238E27FC236}">
                <a16:creationId xmlns:a16="http://schemas.microsoft.com/office/drawing/2014/main" id="{D75D0447-90ED-379F-1DB2-764EB50D1C74}"/>
              </a:ext>
            </a:extLst>
          </p:cNvPr>
          <p:cNvPicPr preferRelativeResize="0"/>
          <p:nvPr userDrawn="1"/>
        </p:nvPicPr>
        <p:blipFill rotWithShape="1">
          <a:blip r:embed="rId2">
            <a:alphaModFix/>
          </a:blip>
          <a:srcRect/>
          <a:stretch/>
        </p:blipFill>
        <p:spPr bwMode="invGray">
          <a:xfrm>
            <a:off x="0" y="0"/>
            <a:ext cx="9144000" cy="5143500"/>
          </a:xfrm>
          <a:prstGeom prst="rect">
            <a:avLst/>
          </a:prstGeom>
          <a:noFill/>
          <a:ln>
            <a:noFill/>
          </a:ln>
        </p:spPr>
      </p:pic>
      <p:sp>
        <p:nvSpPr>
          <p:cNvPr id="2" name="Title 1"/>
          <p:cNvSpPr>
            <a:spLocks noGrp="1"/>
          </p:cNvSpPr>
          <p:nvPr>
            <p:ph type="ctrTitle"/>
          </p:nvPr>
        </p:nvSpPr>
        <p:spPr bwMode="auto">
          <a:xfrm>
            <a:off x="419100" y="1238250"/>
            <a:ext cx="8305800" cy="1638300"/>
          </a:xfrm>
        </p:spPr>
        <p:txBody>
          <a:bodyPr lIns="0" tIns="0" rIns="0" bIns="0" anchor="b">
            <a:normAutofit/>
          </a:bodyPr>
          <a:lstStyle>
            <a:lvl1pPr algn="ctr">
              <a:defRPr sz="4800">
                <a:solidFill>
                  <a:schemeClr val="bg1"/>
                </a:solidFill>
                <a:latin typeface="Montserrat ExtraBold" panose="00000900000000000000" pitchFamily="2"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bwMode="auto">
          <a:xfrm>
            <a:off x="419100" y="3143250"/>
            <a:ext cx="8302752" cy="548640"/>
          </a:xfrm>
        </p:spPr>
        <p:txBody>
          <a:bodyPr lIns="0" rIns="0">
            <a:no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マスター サブタイトルの書式設定</a:t>
            </a:r>
            <a:endParaRPr lang="en-US" dirty="0"/>
          </a:p>
        </p:txBody>
      </p:sp>
      <p:pic>
        <p:nvPicPr>
          <p:cNvPr id="16" name="Graphic 15">
            <a:extLst>
              <a:ext uri="{FF2B5EF4-FFF2-40B4-BE49-F238E27FC236}">
                <a16:creationId xmlns:a16="http://schemas.microsoft.com/office/drawing/2014/main" id="{5D05D237-27F5-6214-0323-B27C8662A91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invGray">
          <a:xfrm>
            <a:off x="7715083" y="4612966"/>
            <a:ext cx="1010595" cy="127155"/>
          </a:xfrm>
          <a:prstGeom prst="rect">
            <a:avLst/>
          </a:prstGeom>
        </p:spPr>
      </p:pic>
    </p:spTree>
    <p:extLst>
      <p:ext uri="{BB962C8B-B14F-4D97-AF65-F5344CB8AC3E}">
        <p14:creationId xmlns:p14="http://schemas.microsoft.com/office/powerpoint/2010/main" val="894450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_1 Slide">
    <p:spTree>
      <p:nvGrpSpPr>
        <p:cNvPr id="1" name=""/>
        <p:cNvGrpSpPr/>
        <p:nvPr/>
      </p:nvGrpSpPr>
      <p:grpSpPr>
        <a:xfrm>
          <a:off x="0" y="0"/>
          <a:ext cx="0" cy="0"/>
          <a:chOff x="0" y="0"/>
          <a:chExt cx="0" cy="0"/>
        </a:xfrm>
      </p:grpSpPr>
      <p:pic>
        <p:nvPicPr>
          <p:cNvPr id="11" name="Google Shape;12;p2">
            <a:extLst>
              <a:ext uri="{FF2B5EF4-FFF2-40B4-BE49-F238E27FC236}">
                <a16:creationId xmlns:a16="http://schemas.microsoft.com/office/drawing/2014/main" id="{D75D0447-90ED-379F-1DB2-764EB50D1C74}"/>
              </a:ext>
            </a:extLst>
          </p:cNvPr>
          <p:cNvPicPr preferRelativeResize="0"/>
          <p:nvPr userDrawn="1"/>
        </p:nvPicPr>
        <p:blipFill rotWithShape="1">
          <a:blip r:embed="rId2">
            <a:alphaModFix/>
          </a:blip>
          <a:srcRect/>
          <a:stretch/>
        </p:blipFill>
        <p:spPr bwMode="invGray">
          <a:xfrm>
            <a:off x="0" y="0"/>
            <a:ext cx="9144000" cy="5143500"/>
          </a:xfrm>
          <a:prstGeom prst="rect">
            <a:avLst/>
          </a:prstGeom>
          <a:noFill/>
          <a:ln>
            <a:noFill/>
          </a:ln>
        </p:spPr>
      </p:pic>
      <p:sp>
        <p:nvSpPr>
          <p:cNvPr id="2" name="Title 1"/>
          <p:cNvSpPr>
            <a:spLocks noGrp="1"/>
          </p:cNvSpPr>
          <p:nvPr>
            <p:ph type="ctrTitle"/>
          </p:nvPr>
        </p:nvSpPr>
        <p:spPr>
          <a:xfrm>
            <a:off x="419100" y="403379"/>
            <a:ext cx="8305800" cy="4336741"/>
          </a:xfrm>
        </p:spPr>
        <p:txBody>
          <a:bodyPr lIns="0" tIns="0" rIns="0" bIns="0" anchor="ctr" anchorCtr="0">
            <a:noAutofit/>
          </a:bodyPr>
          <a:lstStyle>
            <a:lvl1pPr algn="ctr">
              <a:defRPr sz="4800">
                <a:solidFill>
                  <a:schemeClr val="bg1"/>
                </a:solidFill>
                <a:latin typeface="Montserrat ExtraBold" panose="00000900000000000000" pitchFamily="2" charset="0"/>
              </a:defRPr>
            </a:lvl1pPr>
          </a:lstStyle>
          <a:p>
            <a:r>
              <a:rPr lang="ja-JP" altLang="en-US"/>
              <a:t>マスター タイトルの書式設定</a:t>
            </a:r>
            <a:endParaRPr lang="en-US" dirty="0"/>
          </a:p>
        </p:txBody>
      </p:sp>
      <p:pic>
        <p:nvPicPr>
          <p:cNvPr id="16" name="Graphic 15">
            <a:extLst>
              <a:ext uri="{FF2B5EF4-FFF2-40B4-BE49-F238E27FC236}">
                <a16:creationId xmlns:a16="http://schemas.microsoft.com/office/drawing/2014/main" id="{5D05D237-27F5-6214-0323-B27C8662A91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invGray">
          <a:xfrm>
            <a:off x="7715083" y="4612966"/>
            <a:ext cx="1010595" cy="127155"/>
          </a:xfrm>
          <a:prstGeom prst="rect">
            <a:avLst/>
          </a:prstGeom>
        </p:spPr>
      </p:pic>
    </p:spTree>
    <p:extLst>
      <p:ext uri="{BB962C8B-B14F-4D97-AF65-F5344CB8AC3E}">
        <p14:creationId xmlns:p14="http://schemas.microsoft.com/office/powerpoint/2010/main" val="343102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Slide-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1AA6C5-CD4B-3E35-77E7-D3DB4EDE7B4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bwMode="invGray">
          <a:xfrm>
            <a:off x="915" y="0"/>
            <a:ext cx="9143085" cy="5143500"/>
          </a:xfrm>
          <a:prstGeom prst="rect">
            <a:avLst/>
          </a:prstGeom>
        </p:spPr>
      </p:pic>
      <p:sp>
        <p:nvSpPr>
          <p:cNvPr id="2" name="Title 1"/>
          <p:cNvSpPr>
            <a:spLocks noGrp="1"/>
          </p:cNvSpPr>
          <p:nvPr>
            <p:ph type="ctrTitle"/>
          </p:nvPr>
        </p:nvSpPr>
        <p:spPr>
          <a:xfrm>
            <a:off x="419100" y="1031258"/>
            <a:ext cx="3647933" cy="1845292"/>
          </a:xfrm>
        </p:spPr>
        <p:txBody>
          <a:bodyPr anchor="b">
            <a:noAutofit/>
          </a:bodyPr>
          <a:lstStyle>
            <a:lvl1pPr algn="ctr">
              <a:defRPr sz="2800">
                <a:solidFill>
                  <a:schemeClr val="bg1"/>
                </a:solidFill>
                <a:latin typeface="Montserrat ExtraBold" panose="00000900000000000000" pitchFamily="2"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419100" y="3143250"/>
            <a:ext cx="3647933" cy="1182830"/>
          </a:xfrm>
        </p:spPr>
        <p:txBody>
          <a:bodyPr>
            <a:noAutofit/>
          </a:bodyPr>
          <a:lstStyle>
            <a:lvl1pPr marL="0" indent="0" algn="ctr">
              <a:buNone/>
              <a:defRPr sz="16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pic>
        <p:nvPicPr>
          <p:cNvPr id="16" name="Graphic 15">
            <a:extLst>
              <a:ext uri="{FF2B5EF4-FFF2-40B4-BE49-F238E27FC236}">
                <a16:creationId xmlns:a16="http://schemas.microsoft.com/office/drawing/2014/main" id="{5D05D237-27F5-6214-0323-B27C8662A91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bwMode="invGray">
          <a:xfrm>
            <a:off x="7715083" y="4612966"/>
            <a:ext cx="1010595" cy="127155"/>
          </a:xfrm>
          <a:prstGeom prst="rect">
            <a:avLst/>
          </a:prstGeom>
        </p:spPr>
      </p:pic>
    </p:spTree>
    <p:extLst>
      <p:ext uri="{BB962C8B-B14F-4D97-AF65-F5344CB8AC3E}">
        <p14:creationId xmlns:p14="http://schemas.microsoft.com/office/powerpoint/2010/main" val="4115563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セクション見出し">
    <p:spTree>
      <p:nvGrpSpPr>
        <p:cNvPr id="1" name=""/>
        <p:cNvGrpSpPr/>
        <p:nvPr/>
      </p:nvGrpSpPr>
      <p:grpSpPr>
        <a:xfrm>
          <a:off x="0" y="0"/>
          <a:ext cx="0" cy="0"/>
          <a:chOff x="0" y="0"/>
          <a:chExt cx="0" cy="0"/>
        </a:xfrm>
      </p:grpSpPr>
      <p:pic>
        <p:nvPicPr>
          <p:cNvPr id="7" name="Google Shape;957;p78">
            <a:extLst>
              <a:ext uri="{FF2B5EF4-FFF2-40B4-BE49-F238E27FC236}">
                <a16:creationId xmlns:a16="http://schemas.microsoft.com/office/drawing/2014/main" id="{4767E2DE-140B-58CF-8357-7D55DAF60681}"/>
              </a:ext>
            </a:extLst>
          </p:cNvPr>
          <p:cNvPicPr preferRelativeResize="0"/>
          <p:nvPr userDrawn="1"/>
        </p:nvPicPr>
        <p:blipFill>
          <a:blip r:embed="rId2">
            <a:alphaModFix/>
          </a:blip>
          <a:stretch>
            <a:fillRect/>
          </a:stretch>
        </p:blipFill>
        <p:spPr bwMode="invGray">
          <a:xfrm>
            <a:off x="0" y="1225"/>
            <a:ext cx="9144003" cy="5143501"/>
          </a:xfrm>
          <a:prstGeom prst="rect">
            <a:avLst/>
          </a:prstGeom>
          <a:noFill/>
          <a:ln>
            <a:noFill/>
          </a:ln>
        </p:spPr>
      </p:pic>
      <p:sp>
        <p:nvSpPr>
          <p:cNvPr id="2" name="Title 1"/>
          <p:cNvSpPr>
            <a:spLocks noGrp="1"/>
          </p:cNvSpPr>
          <p:nvPr>
            <p:ph type="ctrTitle"/>
          </p:nvPr>
        </p:nvSpPr>
        <p:spPr>
          <a:xfrm>
            <a:off x="419100" y="1238250"/>
            <a:ext cx="8305800" cy="1638300"/>
          </a:xfrm>
        </p:spPr>
        <p:txBody>
          <a:bodyPr anchor="b">
            <a:noAutofit/>
          </a:bodyPr>
          <a:lstStyle>
            <a:lvl1pPr algn="ctr">
              <a:defRPr sz="4800">
                <a:solidFill>
                  <a:schemeClr val="bg1"/>
                </a:solidFill>
                <a:latin typeface="Montserrat ExtraBold" panose="00000900000000000000" pitchFamily="2"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419100" y="3143250"/>
            <a:ext cx="8302752" cy="548640"/>
          </a:xfrm>
        </p:spPr>
        <p:txBody>
          <a:bodyPr lIns="0" rIns="0">
            <a:no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Tree>
    <p:extLst>
      <p:ext uri="{BB962C8B-B14F-4D97-AF65-F5344CB8AC3E}">
        <p14:creationId xmlns:p14="http://schemas.microsoft.com/office/powerpoint/2010/main" val="892581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1_Section Header">
    <p:spTree>
      <p:nvGrpSpPr>
        <p:cNvPr id="1" name=""/>
        <p:cNvGrpSpPr/>
        <p:nvPr/>
      </p:nvGrpSpPr>
      <p:grpSpPr>
        <a:xfrm>
          <a:off x="0" y="0"/>
          <a:ext cx="0" cy="0"/>
          <a:chOff x="0" y="0"/>
          <a:chExt cx="0" cy="0"/>
        </a:xfrm>
      </p:grpSpPr>
      <p:pic>
        <p:nvPicPr>
          <p:cNvPr id="5" name="Picture 4" descr="A white ceiling with rectangular shapes&#10;&#10;Description automatically generated with medium confidence">
            <a:extLst>
              <a:ext uri="{FF2B5EF4-FFF2-40B4-BE49-F238E27FC236}">
                <a16:creationId xmlns:a16="http://schemas.microsoft.com/office/drawing/2014/main" id="{14C1B0AE-DFCE-937C-70C1-90FBA5BC32FC}"/>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p:nvPr>
        </p:nvSpPr>
        <p:spPr>
          <a:xfrm>
            <a:off x="419100" y="1238250"/>
            <a:ext cx="8305800" cy="1638300"/>
          </a:xfrm>
        </p:spPr>
        <p:txBody>
          <a:bodyPr lIns="0" tIns="0" rIns="0" bIns="0" anchor="b">
            <a:noAutofit/>
          </a:bodyPr>
          <a:lstStyle>
            <a:lvl1pPr algn="ctr">
              <a:defRPr sz="4800">
                <a:solidFill>
                  <a:schemeClr val="tx1"/>
                </a:solidFill>
                <a:latin typeface="Montserrat ExtraBold" panose="00000900000000000000" pitchFamily="2"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419100" y="3143250"/>
            <a:ext cx="8302752" cy="548640"/>
          </a:xfrm>
        </p:spPr>
        <p:txBody>
          <a:bodyPr lIns="0" rIns="0">
            <a:normAutofit/>
          </a:bodyPr>
          <a:lstStyle>
            <a:lvl1pPr marL="0" indent="0" algn="ctr">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Tree>
    <p:extLst>
      <p:ext uri="{BB962C8B-B14F-4D97-AF65-F5344CB8AC3E}">
        <p14:creationId xmlns:p14="http://schemas.microsoft.com/office/powerpoint/2010/main" val="2991025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Section Title">
    <p:bg>
      <p:bgPr>
        <a:solidFill>
          <a:srgbClr val="13131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9100" y="400050"/>
            <a:ext cx="2642404" cy="4343400"/>
          </a:xfrm>
        </p:spPr>
        <p:txBody>
          <a:bodyPr anchor="ctr" anchorCtr="0">
            <a:noAutofit/>
          </a:bodyPr>
          <a:lstStyle>
            <a:lvl1pPr algn="r">
              <a:defRPr sz="4800">
                <a:solidFill>
                  <a:schemeClr val="bg1"/>
                </a:solidFill>
                <a:latin typeface="Montserrat ExtraBold" panose="00000900000000000000" pitchFamily="2"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3214347" y="400051"/>
            <a:ext cx="5495563" cy="4343400"/>
          </a:xfrm>
        </p:spPr>
        <p:txBody>
          <a:bodyPr anchor="ctr" anchorCtr="0">
            <a:noAutofit/>
          </a:bodyPr>
          <a:lstStyle>
            <a:lvl1pPr marL="0" indent="0" algn="l">
              <a:buNone/>
              <a:defRPr sz="2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
        <p:nvSpPr>
          <p:cNvPr id="4" name="Slide Number Placeholder 5">
            <a:extLst>
              <a:ext uri="{FF2B5EF4-FFF2-40B4-BE49-F238E27FC236}">
                <a16:creationId xmlns:a16="http://schemas.microsoft.com/office/drawing/2014/main" id="{D3352AA4-A47E-6668-66AA-6F7E662BB45A}"/>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Tree>
    <p:extLst>
      <p:ext uri="{BB962C8B-B14F-4D97-AF65-F5344CB8AC3E}">
        <p14:creationId xmlns:p14="http://schemas.microsoft.com/office/powerpoint/2010/main" val="65808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Section Title-1">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9100" y="400050"/>
            <a:ext cx="2642404" cy="4343400"/>
          </a:xfrm>
        </p:spPr>
        <p:txBody>
          <a:bodyPr anchor="ctr" anchorCtr="0">
            <a:noAutofit/>
          </a:bodyPr>
          <a:lstStyle>
            <a:lvl1pPr algn="r">
              <a:defRPr sz="4800">
                <a:solidFill>
                  <a:schemeClr val="tx1"/>
                </a:solidFill>
                <a:latin typeface="Montserrat ExtraBold" panose="00000900000000000000" pitchFamily="2" charset="0"/>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3214347" y="400051"/>
            <a:ext cx="5495563" cy="4343400"/>
          </a:xfrm>
        </p:spPr>
        <p:txBody>
          <a:bodyPr anchor="ctr" anchorCtr="0">
            <a:noAutofit/>
          </a:bodyPr>
          <a:lstStyle>
            <a:lvl1pPr marL="0" indent="0" algn="l">
              <a:buNone/>
              <a:defRPr sz="2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sp>
        <p:nvSpPr>
          <p:cNvPr id="4" name="Slide Number Placeholder 5">
            <a:extLst>
              <a:ext uri="{FF2B5EF4-FFF2-40B4-BE49-F238E27FC236}">
                <a16:creationId xmlns:a16="http://schemas.microsoft.com/office/drawing/2014/main" id="{D3352AA4-A47E-6668-66AA-6F7E662BB45A}"/>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5" name="Picture 4" descr="A black and white background&#10;&#10;Description automatically generated with medium confidence">
            <a:extLst>
              <a:ext uri="{FF2B5EF4-FFF2-40B4-BE49-F238E27FC236}">
                <a16:creationId xmlns:a16="http://schemas.microsoft.com/office/drawing/2014/main" id="{5B684DBE-4DF8-9851-B4EF-492F6A74DD7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99354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1_Section Title">
    <p:bg>
      <p:bgPr>
        <a:solidFill>
          <a:srgbClr val="131313"/>
        </a:solidFill>
        <a:effectLst/>
      </p:bgPr>
    </p:bg>
    <p:spTree>
      <p:nvGrpSpPr>
        <p:cNvPr id="1" name=""/>
        <p:cNvGrpSpPr/>
        <p:nvPr/>
      </p:nvGrpSpPr>
      <p:grpSpPr>
        <a:xfrm>
          <a:off x="0" y="0"/>
          <a:ext cx="0" cy="0"/>
          <a:chOff x="0" y="0"/>
          <a:chExt cx="0" cy="0"/>
        </a:xfrm>
      </p:grpSpPr>
      <p:pic>
        <p:nvPicPr>
          <p:cNvPr id="5" name="Picture 4" descr="A group of green leaves&#10;&#10;Description automatically generated">
            <a:extLst>
              <a:ext uri="{FF2B5EF4-FFF2-40B4-BE49-F238E27FC236}">
                <a16:creationId xmlns:a16="http://schemas.microsoft.com/office/drawing/2014/main" id="{E20FD8AF-9173-F555-4FB4-AD7F30E9CE59}"/>
              </a:ext>
            </a:extLst>
          </p:cNvPr>
          <p:cNvPicPr>
            <a:picLocks noChangeAspect="1"/>
          </p:cNvPicPr>
          <p:nvPr userDrawn="1"/>
        </p:nvPicPr>
        <p:blipFill>
          <a:blip r:embed="rId2" cstate="hqprint">
            <a:alphaModFix/>
            <a:extLst>
              <a:ext uri="{28A0092B-C50C-407E-A947-70E740481C1C}">
                <a14:useLocalDpi xmlns:a14="http://schemas.microsoft.com/office/drawing/2010/main"/>
              </a:ext>
            </a:extLst>
          </a:blip>
          <a:srcRect/>
          <a:stretch/>
        </p:blipFill>
        <p:spPr bwMode="invGray">
          <a:xfrm>
            <a:off x="0" y="0"/>
            <a:ext cx="9144000" cy="5143500"/>
          </a:xfrm>
          <a:prstGeom prst="rect">
            <a:avLst/>
          </a:prstGeom>
        </p:spPr>
      </p:pic>
      <p:sp>
        <p:nvSpPr>
          <p:cNvPr id="7" name="Oval 6">
            <a:extLst>
              <a:ext uri="{FF2B5EF4-FFF2-40B4-BE49-F238E27FC236}">
                <a16:creationId xmlns:a16="http://schemas.microsoft.com/office/drawing/2014/main" id="{D5E6A34B-67B0-68CC-6359-FEBD7427ED22}"/>
              </a:ext>
            </a:extLst>
          </p:cNvPr>
          <p:cNvSpPr/>
          <p:nvPr userDrawn="1"/>
        </p:nvSpPr>
        <p:spPr bwMode="invGray">
          <a:xfrm>
            <a:off x="422926" y="-17158"/>
            <a:ext cx="8301974" cy="5612046"/>
          </a:xfrm>
          <a:prstGeom prst="ellipse">
            <a:avLst/>
          </a:prstGeom>
          <a:gradFill flip="none" rotWithShape="1">
            <a:gsLst>
              <a:gs pos="64000">
                <a:srgbClr val="000000">
                  <a:alpha val="50000"/>
                </a:srgbClr>
              </a:gs>
              <a:gs pos="100000">
                <a:srgbClr val="000000">
                  <a:alpha val="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19100" y="400050"/>
            <a:ext cx="2642404" cy="4343400"/>
          </a:xfrm>
        </p:spPr>
        <p:txBody>
          <a:bodyPr anchor="ctr" anchorCtr="0">
            <a:noAutofit/>
          </a:bodyPr>
          <a:lstStyle>
            <a:lvl1pPr algn="r">
              <a:defRPr sz="4800">
                <a:solidFill>
                  <a:schemeClr val="bg1"/>
                </a:solidFill>
                <a:latin typeface="Montserrat ExtraBold" panose="00000900000000000000" pitchFamily="2" charset="0"/>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3214347" y="400051"/>
            <a:ext cx="5495563" cy="4343400"/>
          </a:xfrm>
        </p:spPr>
        <p:txBody>
          <a:bodyPr anchor="ctr" anchorCtr="0">
            <a:noAutofit/>
          </a:bodyPr>
          <a:lstStyle>
            <a:lvl1pPr marL="0" indent="0" algn="l">
              <a:buNone/>
              <a:defRPr sz="2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chemeClr val="bg1"/>
                </a:solidFill>
              </a:defRPr>
            </a:lvl1pPr>
          </a:lstStyle>
          <a:p>
            <a:r>
              <a:rPr lang="en-US"/>
              <a:t>Nutanix Confidential</a:t>
            </a:r>
            <a:endParaRPr lang="en-US" dirty="0"/>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4" name="Slide Number Placeholder 5">
            <a:extLst>
              <a:ext uri="{FF2B5EF4-FFF2-40B4-BE49-F238E27FC236}">
                <a16:creationId xmlns:a16="http://schemas.microsoft.com/office/drawing/2014/main" id="{D3352AA4-A47E-6668-66AA-6F7E662BB45A}"/>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chemeClr val="bg1"/>
                </a:solidFill>
              </a:defRPr>
            </a:lvl1pPr>
          </a:lstStyle>
          <a:p>
            <a:fld id="{9039307C-AD07-48DD-9A65-4158548F2EA1}" type="slidenum">
              <a:rPr lang="en-US" smtClean="0"/>
              <a:pPr/>
              <a:t>‹#›</a:t>
            </a:fld>
            <a:endParaRPr lang="en-US"/>
          </a:p>
        </p:txBody>
      </p:sp>
    </p:spTree>
    <p:extLst>
      <p:ext uri="{BB962C8B-B14F-4D97-AF65-F5344CB8AC3E}">
        <p14:creationId xmlns:p14="http://schemas.microsoft.com/office/powerpoint/2010/main" val="237482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Section Title-2">
    <p:bg>
      <p:bgPr>
        <a:solidFill>
          <a:srgbClr val="13131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19100" y="400050"/>
            <a:ext cx="8305800" cy="2305313"/>
          </a:xfrm>
        </p:spPr>
        <p:txBody>
          <a:bodyPr anchor="b" anchorCtr="0">
            <a:noAutofit/>
          </a:bodyPr>
          <a:lstStyle>
            <a:lvl1pPr marR="0" algn="ctr" rtl="0">
              <a:lnSpc>
                <a:spcPct val="100000"/>
              </a:lnSpc>
              <a:spcBef>
                <a:spcPts val="0"/>
              </a:spcBef>
              <a:spcAft>
                <a:spcPts val="0"/>
              </a:spcAft>
              <a:buClr>
                <a:schemeClr val="lt1"/>
              </a:buClr>
              <a:buSzPts val="2800"/>
              <a:buFont typeface="Montserrat"/>
              <a:buNone/>
              <a:defRPr lang="en-US" sz="2800" b="0" i="0" u="none" strike="noStrike" cap="none" dirty="0">
                <a:solidFill>
                  <a:schemeClr val="lt1"/>
                </a:solidFill>
                <a:latin typeface="+mn-lt"/>
                <a:ea typeface="+mn-ea"/>
                <a:cs typeface="Montserrat ExtraLight"/>
                <a:sym typeface="Montserrat ExtraLight"/>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419100" y="3090423"/>
            <a:ext cx="8305800" cy="881971"/>
          </a:xfrm>
        </p:spPr>
        <p:txBody>
          <a:bodyPr anchor="t" anchorCtr="0">
            <a:noAutofit/>
          </a:bodyPr>
          <a:lstStyle>
            <a:lvl1pPr marL="0" indent="0" algn="ctr">
              <a:buNone/>
              <a:defRPr lang="en-US" sz="1400" b="0" i="0" u="none" strike="noStrike" cap="none" dirty="0">
                <a:solidFill>
                  <a:schemeClr val="lt1"/>
                </a:solidFill>
                <a:latin typeface="+mn-lt"/>
                <a:ea typeface="+mn-ea"/>
                <a:cs typeface="Montserrat"/>
                <a:sym typeface="Montserra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
        <p:nvSpPr>
          <p:cNvPr id="4" name="Slide Number Placeholder 5">
            <a:extLst>
              <a:ext uri="{FF2B5EF4-FFF2-40B4-BE49-F238E27FC236}">
                <a16:creationId xmlns:a16="http://schemas.microsoft.com/office/drawing/2014/main" id="{D3352AA4-A47E-6668-66AA-6F7E662BB45A}"/>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
        <p:nvSpPr>
          <p:cNvPr id="7" name="Rectangle 6">
            <a:extLst>
              <a:ext uri="{FF2B5EF4-FFF2-40B4-BE49-F238E27FC236}">
                <a16:creationId xmlns:a16="http://schemas.microsoft.com/office/drawing/2014/main" id="{D038479A-D9CE-A34A-EFA9-1360EFC2FBE6}"/>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05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Section Title-2">
    <p:bg>
      <p:bgPr>
        <a:solidFill>
          <a:srgbClr val="131313"/>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
        <p:nvSpPr>
          <p:cNvPr id="4" name="Slide Number Placeholder 5">
            <a:extLst>
              <a:ext uri="{FF2B5EF4-FFF2-40B4-BE49-F238E27FC236}">
                <a16:creationId xmlns:a16="http://schemas.microsoft.com/office/drawing/2014/main" id="{D3352AA4-A47E-6668-66AA-6F7E662BB45A}"/>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
        <p:nvSpPr>
          <p:cNvPr id="7" name="Rectangle 6">
            <a:extLst>
              <a:ext uri="{FF2B5EF4-FFF2-40B4-BE49-F238E27FC236}">
                <a16:creationId xmlns:a16="http://schemas.microsoft.com/office/drawing/2014/main" id="{D038479A-D9CE-A34A-EFA9-1360EFC2FBE6}"/>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CBDD2B42-0972-2BEA-B6B3-6A90188E6B60}"/>
              </a:ext>
            </a:extLst>
          </p:cNvPr>
          <p:cNvSpPr>
            <a:spLocks noGrp="1"/>
          </p:cNvSpPr>
          <p:nvPr>
            <p:ph type="ctrTitle"/>
          </p:nvPr>
        </p:nvSpPr>
        <p:spPr>
          <a:xfrm>
            <a:off x="419100" y="400050"/>
            <a:ext cx="2642404" cy="4343400"/>
          </a:xfrm>
        </p:spPr>
        <p:txBody>
          <a:bodyPr anchor="ctr" anchorCtr="0">
            <a:noAutofit/>
          </a:bodyPr>
          <a:lstStyle>
            <a:lvl1pPr algn="r">
              <a:defRPr sz="4800">
                <a:solidFill>
                  <a:schemeClr val="bg1"/>
                </a:solidFill>
                <a:latin typeface="Montserrat ExtraBold" panose="00000900000000000000" pitchFamily="2" charset="0"/>
              </a:defRPr>
            </a:lvl1pPr>
          </a:lstStyle>
          <a:p>
            <a:r>
              <a:rPr lang="ja-JP" altLang="en-US" dirty="0"/>
              <a:t>マスター タイトルの書式設定</a:t>
            </a:r>
            <a:endParaRPr lang="en-US" dirty="0"/>
          </a:p>
        </p:txBody>
      </p:sp>
      <p:sp>
        <p:nvSpPr>
          <p:cNvPr id="10" name="Subtitle 2">
            <a:extLst>
              <a:ext uri="{FF2B5EF4-FFF2-40B4-BE49-F238E27FC236}">
                <a16:creationId xmlns:a16="http://schemas.microsoft.com/office/drawing/2014/main" id="{F3C1DBFB-A8F9-748D-DB34-AE6758CB4D90}"/>
              </a:ext>
            </a:extLst>
          </p:cNvPr>
          <p:cNvSpPr>
            <a:spLocks noGrp="1"/>
          </p:cNvSpPr>
          <p:nvPr>
            <p:ph type="subTitle" idx="1"/>
          </p:nvPr>
        </p:nvSpPr>
        <p:spPr>
          <a:xfrm>
            <a:off x="3214347" y="400051"/>
            <a:ext cx="5495563" cy="4343400"/>
          </a:xfrm>
        </p:spPr>
        <p:txBody>
          <a:bodyPr anchor="ctr" anchorCtr="0">
            <a:noAutofit/>
          </a:bodyPr>
          <a:lstStyle>
            <a:lvl1pPr marL="0" indent="0" algn="l">
              <a:buNone/>
              <a:defRPr sz="2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Tree>
    <p:extLst>
      <p:ext uri="{BB962C8B-B14F-4D97-AF65-F5344CB8AC3E}">
        <p14:creationId xmlns:p14="http://schemas.microsoft.com/office/powerpoint/2010/main" val="53906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1/2_Headline">
    <p:bg>
      <p:bgPr>
        <a:solidFill>
          <a:srgbClr val="000000"/>
        </a:solidFill>
        <a:effectLst/>
      </p:bgPr>
    </p:bg>
    <p:spTree>
      <p:nvGrpSpPr>
        <p:cNvPr id="1" name=""/>
        <p:cNvGrpSpPr/>
        <p:nvPr/>
      </p:nvGrpSpPr>
      <p:grpSpPr>
        <a:xfrm>
          <a:off x="0" y="0"/>
          <a:ext cx="0" cy="0"/>
          <a:chOff x="0" y="0"/>
          <a:chExt cx="0" cy="0"/>
        </a:xfrm>
      </p:grpSpPr>
      <p:pic>
        <p:nvPicPr>
          <p:cNvPr id="11" name="Picture 10" descr="A purple x shaped object with black background&#10;&#10;Description automatically generated">
            <a:extLst>
              <a:ext uri="{FF2B5EF4-FFF2-40B4-BE49-F238E27FC236}">
                <a16:creationId xmlns:a16="http://schemas.microsoft.com/office/drawing/2014/main" id="{50E72586-BC1B-DAB1-5185-FCEE1FA8771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93583" y="1042354"/>
            <a:ext cx="3337804" cy="3337804"/>
          </a:xfrm>
          <a:prstGeom prst="rect">
            <a:avLst/>
          </a:prstGeom>
        </p:spPr>
      </p:pic>
      <p:sp>
        <p:nvSpPr>
          <p:cNvPr id="12" name="Oval 11">
            <a:extLst>
              <a:ext uri="{FF2B5EF4-FFF2-40B4-BE49-F238E27FC236}">
                <a16:creationId xmlns:a16="http://schemas.microsoft.com/office/drawing/2014/main" id="{8E85C8E1-5F68-8063-CB9A-CD06D7CEDC5C}"/>
              </a:ext>
            </a:extLst>
          </p:cNvPr>
          <p:cNvSpPr/>
          <p:nvPr userDrawn="1"/>
        </p:nvSpPr>
        <p:spPr bwMode="invGray">
          <a:xfrm>
            <a:off x="142274" y="575855"/>
            <a:ext cx="4239226" cy="4426020"/>
          </a:xfrm>
          <a:prstGeom prst="ellipse">
            <a:avLst/>
          </a:prstGeom>
          <a:gradFill flip="none" rotWithShape="1">
            <a:gsLst>
              <a:gs pos="64000">
                <a:srgbClr val="000000">
                  <a:alpha val="50000"/>
                </a:srgbClr>
              </a:gs>
              <a:gs pos="100000">
                <a:srgbClr val="000000">
                  <a:alpha val="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825675B-559D-0982-2231-E27E33778703}"/>
              </a:ext>
            </a:extLst>
          </p:cNvPr>
          <p:cNvSpPr/>
          <p:nvPr userDrawn="1"/>
        </p:nvSpPr>
        <p:spPr>
          <a:xfrm>
            <a:off x="4406900" y="0"/>
            <a:ext cx="4735745" cy="50260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11008" y="1088210"/>
            <a:ext cx="3699746" cy="3249121"/>
          </a:xfrm>
        </p:spPr>
        <p:txBody>
          <a:bodyPr anchor="ctr" anchorCtr="0">
            <a:noAutofit/>
          </a:bodyPr>
          <a:lstStyle>
            <a:lvl1pPr algn="ctr">
              <a:defRPr sz="4400" b="1">
                <a:solidFill>
                  <a:schemeClr val="bg1"/>
                </a:solidFill>
                <a:latin typeface="+mn-lt"/>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4639124" y="400051"/>
            <a:ext cx="4039612" cy="4343400"/>
          </a:xfrm>
        </p:spPr>
        <p:txBody>
          <a:bodyPr anchor="ctr" anchorCtr="0">
            <a:noAutofit/>
          </a:bodyPr>
          <a:lstStyle>
            <a:lvl1pPr marL="0" indent="0" algn="l">
              <a:buNone/>
              <a:defRPr sz="2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9" name="Rectangle 8">
            <a:extLst>
              <a:ext uri="{FF2B5EF4-FFF2-40B4-BE49-F238E27FC236}">
                <a16:creationId xmlns:a16="http://schemas.microsoft.com/office/drawing/2014/main" id="{5E7854D8-6ED4-C7BE-816B-662CEEFE39DD}"/>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FDECA06E-D46F-D1A1-956A-595BC668CDE6}"/>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Tree>
    <p:extLst>
      <p:ext uri="{BB962C8B-B14F-4D97-AF65-F5344CB8AC3E}">
        <p14:creationId xmlns:p14="http://schemas.microsoft.com/office/powerpoint/2010/main" val="1656134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Partner Title Slide no Taglin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0A7E11-4489-E99D-E4AC-51294CB485D8}"/>
              </a:ext>
            </a:extLst>
          </p:cNvPr>
          <p:cNvSpPr/>
          <p:nvPr userDrawn="1"/>
        </p:nvSpPr>
        <p:spPr bwMode="ltGray">
          <a:xfrm>
            <a:off x="-396" y="0"/>
            <a:ext cx="9144396" cy="22957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13590" y="3041840"/>
            <a:ext cx="8411310" cy="1204577"/>
          </a:xfrm>
        </p:spPr>
        <p:txBody>
          <a:bodyPr anchor="b">
            <a:noAutofit/>
          </a:bodyPr>
          <a:lstStyle>
            <a:lvl1pPr algn="l">
              <a:defRPr lang="en-US" sz="2800" kern="1200" dirty="0">
                <a:solidFill>
                  <a:schemeClr val="accent6"/>
                </a:solidFill>
                <a:latin typeface="+mj-lt"/>
                <a:ea typeface="+mj-ea"/>
                <a:cs typeface="+mj-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327658" y="4274922"/>
            <a:ext cx="8397242" cy="465199"/>
          </a:xfrm>
        </p:spPr>
        <p:txBody>
          <a:bodyPr>
            <a:noAutofit/>
          </a:bodyPr>
          <a:lstStyle>
            <a:lvl1pPr marL="0" indent="0" algn="l">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pic>
        <p:nvPicPr>
          <p:cNvPr id="16" name="Graphic 15">
            <a:extLst>
              <a:ext uri="{FF2B5EF4-FFF2-40B4-BE49-F238E27FC236}">
                <a16:creationId xmlns:a16="http://schemas.microsoft.com/office/drawing/2014/main" id="{5D05D237-27F5-6214-0323-B27C8662A91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28073" y="4527752"/>
            <a:ext cx="1687854" cy="212369"/>
          </a:xfrm>
          <a:prstGeom prst="rect">
            <a:avLst/>
          </a:prstGeom>
        </p:spPr>
      </p:pic>
      <p:sp>
        <p:nvSpPr>
          <p:cNvPr id="6" name="Isosceles Triangle 5">
            <a:extLst>
              <a:ext uri="{FF2B5EF4-FFF2-40B4-BE49-F238E27FC236}">
                <a16:creationId xmlns:a16="http://schemas.microsoft.com/office/drawing/2014/main" id="{CEF1D113-A3C8-9ED1-263C-48650DD65562}"/>
              </a:ext>
            </a:extLst>
          </p:cNvPr>
          <p:cNvSpPr/>
          <p:nvPr userDrawn="1"/>
        </p:nvSpPr>
        <p:spPr bwMode="ltGray">
          <a:xfrm rot="10800000">
            <a:off x="1896891" y="2295799"/>
            <a:ext cx="432567" cy="207708"/>
          </a:xfrm>
          <a:prstGeom prst="triangl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D653B338-E6ED-EE25-6F36-9542426AC551}"/>
              </a:ext>
            </a:extLst>
          </p:cNvPr>
          <p:cNvCxnSpPr/>
          <p:nvPr userDrawn="1"/>
        </p:nvCxnSpPr>
        <p:spPr>
          <a:xfrm>
            <a:off x="2110421" y="2753630"/>
            <a:ext cx="0" cy="458939"/>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11" name="Picture 10" descr="A black and white logo&#10;&#10;Description automatically generated">
            <a:extLst>
              <a:ext uri="{FF2B5EF4-FFF2-40B4-BE49-F238E27FC236}">
                <a16:creationId xmlns:a16="http://schemas.microsoft.com/office/drawing/2014/main" id="{4110F9F4-4209-D45A-E60F-AC089EE4348F}"/>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232116" y="2721774"/>
            <a:ext cx="1774595" cy="522649"/>
          </a:xfrm>
          <a:prstGeom prst="rect">
            <a:avLst/>
          </a:prstGeom>
        </p:spPr>
      </p:pic>
      <p:sp>
        <p:nvSpPr>
          <p:cNvPr id="13" name="Content Placeholder 12">
            <a:extLst>
              <a:ext uri="{FF2B5EF4-FFF2-40B4-BE49-F238E27FC236}">
                <a16:creationId xmlns:a16="http://schemas.microsoft.com/office/drawing/2014/main" id="{1564E262-7959-31C1-A249-F59B114763AD}"/>
              </a:ext>
            </a:extLst>
          </p:cNvPr>
          <p:cNvSpPr>
            <a:spLocks noGrp="1"/>
          </p:cNvSpPr>
          <p:nvPr>
            <p:ph sz="quarter" idx="10" hasCustomPrompt="1"/>
          </p:nvPr>
        </p:nvSpPr>
        <p:spPr>
          <a:xfrm>
            <a:off x="2378696" y="2754313"/>
            <a:ext cx="2193302" cy="458787"/>
          </a:xfrm>
        </p:spPr>
        <p:txBody>
          <a:bodyPr lIns="0" tIns="0" rIns="0" bIns="0" anchor="ctr" anchorCtr="0">
            <a:normAutofit/>
          </a:bodyPr>
          <a:lstStyle>
            <a:lvl1pPr marL="0" indent="0">
              <a:buNone/>
              <a:defRPr sz="1600"/>
            </a:lvl1pPr>
          </a:lstStyle>
          <a:p>
            <a:pPr lvl="0"/>
            <a:r>
              <a:rPr lang="en-US" dirty="0"/>
              <a:t>Partner logo here</a:t>
            </a:r>
          </a:p>
        </p:txBody>
      </p:sp>
      <p:pic>
        <p:nvPicPr>
          <p:cNvPr id="14" name="Picture 13" descr="A black and white background&#10;&#10;Description automatically generated with medium confidence">
            <a:extLst>
              <a:ext uri="{FF2B5EF4-FFF2-40B4-BE49-F238E27FC236}">
                <a16:creationId xmlns:a16="http://schemas.microsoft.com/office/drawing/2014/main" id="{77F8D11F-6FF2-1B11-72C7-17B1C8684B89}"/>
              </a:ext>
            </a:extLst>
          </p:cNvPr>
          <p:cNvPicPr>
            <a:picLocks noChangeAspect="1"/>
          </p:cNvPicPr>
          <p:nvPr userDrawn="1"/>
        </p:nvPicPr>
        <p:blipFill>
          <a:blip r:embed="rId5"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3579379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Partner Title Slide-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0A7E11-4489-E99D-E4AC-51294CB485D8}"/>
              </a:ext>
            </a:extLst>
          </p:cNvPr>
          <p:cNvSpPr/>
          <p:nvPr userDrawn="1"/>
        </p:nvSpPr>
        <p:spPr bwMode="ltGray">
          <a:xfrm>
            <a:off x="4950712" y="0"/>
            <a:ext cx="4193287"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Isosceles Triangle 5">
            <a:extLst>
              <a:ext uri="{FF2B5EF4-FFF2-40B4-BE49-F238E27FC236}">
                <a16:creationId xmlns:a16="http://schemas.microsoft.com/office/drawing/2014/main" id="{CEF1D113-A3C8-9ED1-263C-48650DD65562}"/>
              </a:ext>
            </a:extLst>
          </p:cNvPr>
          <p:cNvSpPr/>
          <p:nvPr userDrawn="1"/>
        </p:nvSpPr>
        <p:spPr bwMode="ltGray">
          <a:xfrm rot="16200000">
            <a:off x="4630574" y="466963"/>
            <a:ext cx="432567" cy="207708"/>
          </a:xfrm>
          <a:prstGeom prst="triangl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13590" y="1805323"/>
            <a:ext cx="4448910" cy="1204577"/>
          </a:xfrm>
        </p:spPr>
        <p:txBody>
          <a:bodyPr anchor="b">
            <a:noAutofit/>
          </a:bodyPr>
          <a:lstStyle>
            <a:lvl1pPr algn="l">
              <a:defRPr lang="en-US" sz="2800" kern="1200" dirty="0">
                <a:solidFill>
                  <a:schemeClr val="accent6"/>
                </a:solidFill>
                <a:latin typeface="+mj-lt"/>
                <a:ea typeface="+mj-ea"/>
                <a:cs typeface="+mj-cs"/>
              </a:defRPr>
            </a:lvl1pPr>
          </a:lstStyle>
          <a:p>
            <a:r>
              <a:rPr lang="en-US" dirty="0"/>
              <a:t>Click to edit title style</a:t>
            </a:r>
          </a:p>
        </p:txBody>
      </p:sp>
      <p:sp>
        <p:nvSpPr>
          <p:cNvPr id="3" name="Subtitle 2"/>
          <p:cNvSpPr>
            <a:spLocks noGrp="1"/>
          </p:cNvSpPr>
          <p:nvPr>
            <p:ph type="subTitle" idx="1"/>
          </p:nvPr>
        </p:nvSpPr>
        <p:spPr>
          <a:xfrm>
            <a:off x="327658" y="3092925"/>
            <a:ext cx="4434842" cy="465199"/>
          </a:xfrm>
        </p:spPr>
        <p:txBody>
          <a:bodyPr>
            <a:noAutofit/>
          </a:bodyPr>
          <a:lstStyle>
            <a:lvl1pPr marL="0" indent="0" algn="l">
              <a:buNone/>
              <a:defRPr sz="14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cxnSp>
        <p:nvCxnSpPr>
          <p:cNvPr id="9" name="Straight Connector 8">
            <a:extLst>
              <a:ext uri="{FF2B5EF4-FFF2-40B4-BE49-F238E27FC236}">
                <a16:creationId xmlns:a16="http://schemas.microsoft.com/office/drawing/2014/main" id="{D653B338-E6ED-EE25-6F36-9542426AC551}"/>
              </a:ext>
            </a:extLst>
          </p:cNvPr>
          <p:cNvCxnSpPr>
            <a:cxnSpLocks/>
          </p:cNvCxnSpPr>
          <p:nvPr userDrawn="1"/>
        </p:nvCxnSpPr>
        <p:spPr>
          <a:xfrm>
            <a:off x="2110421" y="341348"/>
            <a:ext cx="0" cy="458939"/>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pic>
        <p:nvPicPr>
          <p:cNvPr id="11" name="Picture 10" descr="A black and white logo&#10;&#10;Description automatically generated">
            <a:extLst>
              <a:ext uri="{FF2B5EF4-FFF2-40B4-BE49-F238E27FC236}">
                <a16:creationId xmlns:a16="http://schemas.microsoft.com/office/drawing/2014/main" id="{4110F9F4-4209-D45A-E60F-AC089EE4348F}"/>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232116" y="309493"/>
            <a:ext cx="1774595" cy="522649"/>
          </a:xfrm>
          <a:prstGeom prst="rect">
            <a:avLst/>
          </a:prstGeom>
        </p:spPr>
      </p:pic>
      <p:sp>
        <p:nvSpPr>
          <p:cNvPr id="13" name="Content Placeholder 12">
            <a:extLst>
              <a:ext uri="{FF2B5EF4-FFF2-40B4-BE49-F238E27FC236}">
                <a16:creationId xmlns:a16="http://schemas.microsoft.com/office/drawing/2014/main" id="{1564E262-7959-31C1-A249-F59B114763AD}"/>
              </a:ext>
            </a:extLst>
          </p:cNvPr>
          <p:cNvSpPr>
            <a:spLocks noGrp="1"/>
          </p:cNvSpPr>
          <p:nvPr>
            <p:ph sz="quarter" idx="10" hasCustomPrompt="1"/>
          </p:nvPr>
        </p:nvSpPr>
        <p:spPr>
          <a:xfrm>
            <a:off x="2378696" y="341424"/>
            <a:ext cx="2193302" cy="458787"/>
          </a:xfrm>
        </p:spPr>
        <p:txBody>
          <a:bodyPr lIns="0" tIns="0" rIns="0" bIns="0" anchor="ctr" anchorCtr="0">
            <a:normAutofit/>
          </a:bodyPr>
          <a:lstStyle>
            <a:lvl1pPr marL="0" indent="0">
              <a:buNone/>
              <a:defRPr sz="1600"/>
            </a:lvl1pPr>
          </a:lstStyle>
          <a:p>
            <a:pPr lvl="0"/>
            <a:r>
              <a:rPr lang="en-US" dirty="0"/>
              <a:t>Partner logo here</a:t>
            </a:r>
          </a:p>
        </p:txBody>
      </p:sp>
      <p:grpSp>
        <p:nvGrpSpPr>
          <p:cNvPr id="7" name="Group 6">
            <a:extLst>
              <a:ext uri="{FF2B5EF4-FFF2-40B4-BE49-F238E27FC236}">
                <a16:creationId xmlns:a16="http://schemas.microsoft.com/office/drawing/2014/main" id="{343BB788-AEF4-C805-62A6-CB3AFE4BAFEE}"/>
              </a:ext>
            </a:extLst>
          </p:cNvPr>
          <p:cNvGrpSpPr/>
          <p:nvPr userDrawn="1"/>
        </p:nvGrpSpPr>
        <p:grpSpPr bwMode="ltGray">
          <a:xfrm>
            <a:off x="5022769" y="595849"/>
            <a:ext cx="4136772" cy="4319051"/>
            <a:chOff x="4904097" y="575855"/>
            <a:chExt cx="4239226" cy="4426020"/>
          </a:xfrm>
        </p:grpSpPr>
        <p:pic>
          <p:nvPicPr>
            <p:cNvPr id="8" name="Picture 7" descr="A purple x shaped object with black background&#10;&#10;Description automatically generated">
              <a:extLst>
                <a:ext uri="{FF2B5EF4-FFF2-40B4-BE49-F238E27FC236}">
                  <a16:creationId xmlns:a16="http://schemas.microsoft.com/office/drawing/2014/main" id="{ACEA85D6-1833-B44E-0ABA-F7A3C31A4BC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bwMode="ltGray">
            <a:xfrm>
              <a:off x="5355406" y="1042354"/>
              <a:ext cx="3337804" cy="3337804"/>
            </a:xfrm>
            <a:prstGeom prst="rect">
              <a:avLst/>
            </a:prstGeom>
          </p:spPr>
        </p:pic>
        <p:sp>
          <p:nvSpPr>
            <p:cNvPr id="10" name="Oval 9">
              <a:extLst>
                <a:ext uri="{FF2B5EF4-FFF2-40B4-BE49-F238E27FC236}">
                  <a16:creationId xmlns:a16="http://schemas.microsoft.com/office/drawing/2014/main" id="{632575D0-791B-CF6F-9BFC-71E35D0E571C}"/>
                </a:ext>
              </a:extLst>
            </p:cNvPr>
            <p:cNvSpPr/>
            <p:nvPr userDrawn="1"/>
          </p:nvSpPr>
          <p:spPr bwMode="ltGray">
            <a:xfrm>
              <a:off x="4904097" y="575855"/>
              <a:ext cx="4239226" cy="4426020"/>
            </a:xfrm>
            <a:prstGeom prst="ellipse">
              <a:avLst/>
            </a:prstGeom>
            <a:gradFill flip="none" rotWithShape="1">
              <a:gsLst>
                <a:gs pos="64000">
                  <a:srgbClr val="000000">
                    <a:alpha val="50000"/>
                  </a:srgbClr>
                </a:gs>
                <a:gs pos="100000">
                  <a:srgbClr val="000000">
                    <a:alpha val="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descr="A black and white background&#10;&#10;Description automatically generated with medium confidence">
            <a:extLst>
              <a:ext uri="{FF2B5EF4-FFF2-40B4-BE49-F238E27FC236}">
                <a16:creationId xmlns:a16="http://schemas.microsoft.com/office/drawing/2014/main" id="{30A8E201-97B4-33F1-9FCC-7F90BFD6D771}"/>
              </a:ext>
            </a:extLst>
          </p:cNvPr>
          <p:cNvPicPr>
            <a:picLocks noChangeAspect="1"/>
          </p:cNvPicPr>
          <p:nvPr userDrawn="1"/>
        </p:nvPicPr>
        <p:blipFill>
          <a:blip r:embed="rId4"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158513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Intro_On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0A7E11-4489-E99D-E4AC-51294CB485D8}"/>
              </a:ext>
            </a:extLst>
          </p:cNvPr>
          <p:cNvSpPr/>
          <p:nvPr userDrawn="1"/>
        </p:nvSpPr>
        <p:spPr bwMode="invGray">
          <a:xfrm>
            <a:off x="0" y="0"/>
            <a:ext cx="9143999"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4640222" y="1135546"/>
            <a:ext cx="4062193" cy="1204577"/>
          </a:xfrm>
        </p:spPr>
        <p:txBody>
          <a:bodyPr anchor="b">
            <a:noAutofit/>
          </a:bodyPr>
          <a:lstStyle>
            <a:lvl1pPr algn="l">
              <a:defRPr lang="en-US" sz="2800" kern="1200" dirty="0">
                <a:solidFill>
                  <a:schemeClr val="bg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4640222" y="2399515"/>
            <a:ext cx="4062193" cy="465199"/>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13" name="Content Placeholder 12">
            <a:extLst>
              <a:ext uri="{FF2B5EF4-FFF2-40B4-BE49-F238E27FC236}">
                <a16:creationId xmlns:a16="http://schemas.microsoft.com/office/drawing/2014/main" id="{1564E262-7959-31C1-A249-F59B114763AD}"/>
              </a:ext>
            </a:extLst>
          </p:cNvPr>
          <p:cNvSpPr>
            <a:spLocks noGrp="1"/>
          </p:cNvSpPr>
          <p:nvPr>
            <p:ph sz="quarter" idx="10" hasCustomPrompt="1"/>
          </p:nvPr>
        </p:nvSpPr>
        <p:spPr>
          <a:xfrm>
            <a:off x="4732520" y="2835018"/>
            <a:ext cx="2193302" cy="458787"/>
          </a:xfrm>
        </p:spPr>
        <p:txBody>
          <a:bodyPr lIns="0" tIns="0" rIns="0" bIns="0" anchor="ctr" anchorCtr="0">
            <a:noAutofit/>
          </a:bodyPr>
          <a:lstStyle>
            <a:lvl1pPr marL="0" indent="0">
              <a:buNone/>
              <a:defRPr sz="1400">
                <a:solidFill>
                  <a:schemeClr val="bg1"/>
                </a:solidFill>
              </a:defRPr>
            </a:lvl1pPr>
          </a:lstStyle>
          <a:p>
            <a:pPr lvl="0"/>
            <a:r>
              <a:rPr lang="en-US" dirty="0"/>
              <a:t>Click to </a:t>
            </a:r>
            <a:r>
              <a:rPr lang="en-US"/>
              <a:t>add text</a:t>
            </a:r>
            <a:endParaRPr lang="en-US" dirty="0"/>
          </a:p>
        </p:txBody>
      </p:sp>
      <p:sp>
        <p:nvSpPr>
          <p:cNvPr id="14" name="Slide Number Placeholder 5">
            <a:extLst>
              <a:ext uri="{FF2B5EF4-FFF2-40B4-BE49-F238E27FC236}">
                <a16:creationId xmlns:a16="http://schemas.microsoft.com/office/drawing/2014/main" id="{7D778987-519C-DC16-1887-89FB7885F243}"/>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chemeClr val="bg1"/>
                </a:solidFill>
              </a:defRPr>
            </a:lvl1pPr>
          </a:lstStyle>
          <a:p>
            <a:fld id="{9039307C-AD07-48DD-9A65-4158548F2EA1}" type="slidenum">
              <a:rPr lang="en-US" smtClean="0"/>
              <a:pPr/>
              <a:t>‹#›</a:t>
            </a:fld>
            <a:endParaRPr lang="en-US"/>
          </a:p>
        </p:txBody>
      </p:sp>
      <p:pic>
        <p:nvPicPr>
          <p:cNvPr id="17" name="Picture 16">
            <a:extLst>
              <a:ext uri="{FF2B5EF4-FFF2-40B4-BE49-F238E27FC236}">
                <a16:creationId xmlns:a16="http://schemas.microsoft.com/office/drawing/2014/main" id="{93BA93B7-FF34-C7DE-7E1D-2D0971693F0E}"/>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 y="0"/>
            <a:ext cx="4230274" cy="5143500"/>
          </a:xfrm>
          <a:prstGeom prst="rect">
            <a:avLst/>
          </a:prstGeom>
        </p:spPr>
      </p:pic>
      <p:sp>
        <p:nvSpPr>
          <p:cNvPr id="19" name="Picture Placeholder 18">
            <a:extLst>
              <a:ext uri="{FF2B5EF4-FFF2-40B4-BE49-F238E27FC236}">
                <a16:creationId xmlns:a16="http://schemas.microsoft.com/office/drawing/2014/main" id="{A3054A3D-47A2-18E6-747B-6921DE9852D3}"/>
              </a:ext>
            </a:extLst>
          </p:cNvPr>
          <p:cNvSpPr>
            <a:spLocks noGrp="1"/>
          </p:cNvSpPr>
          <p:nvPr>
            <p:ph type="pic" sz="quarter" idx="11"/>
          </p:nvPr>
        </p:nvSpPr>
        <p:spPr bwMode="gray">
          <a:xfrm>
            <a:off x="381625" y="1304925"/>
            <a:ext cx="2552700" cy="2533650"/>
          </a:xfrm>
          <a:prstGeom prst="ellipse">
            <a:avLst/>
          </a:prstGeom>
          <a:solidFill>
            <a:schemeClr val="bg1">
              <a:lumMod val="85000"/>
            </a:schemeClr>
          </a:solidFill>
          <a:ln>
            <a:solidFill>
              <a:schemeClr val="lt1"/>
            </a:solidFill>
          </a:ln>
        </p:spPr>
        <p:txBody>
          <a:bodyPr/>
          <a:lstStyle/>
          <a:p>
            <a:r>
              <a:rPr lang="ja-JP" altLang="en-US"/>
              <a:t>アイコンをクリックして図を追加</a:t>
            </a:r>
            <a:endParaRPr lang="en-US"/>
          </a:p>
        </p:txBody>
      </p:sp>
      <p:cxnSp>
        <p:nvCxnSpPr>
          <p:cNvPr id="21" name="Straight Connector 20">
            <a:extLst>
              <a:ext uri="{FF2B5EF4-FFF2-40B4-BE49-F238E27FC236}">
                <a16:creationId xmlns:a16="http://schemas.microsoft.com/office/drawing/2014/main" id="{A773EDBF-7640-137E-6654-719528D05CE4}"/>
              </a:ext>
            </a:extLst>
          </p:cNvPr>
          <p:cNvCxnSpPr/>
          <p:nvPr userDrawn="1"/>
        </p:nvCxnSpPr>
        <p:spPr>
          <a:xfrm>
            <a:off x="4740015" y="2329830"/>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4" name="Footer Placeholder 4">
            <a:extLst>
              <a:ext uri="{FF2B5EF4-FFF2-40B4-BE49-F238E27FC236}">
                <a16:creationId xmlns:a16="http://schemas.microsoft.com/office/drawing/2014/main" id="{092F61A6-222F-10F5-D82B-A5DB8B72640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chemeClr val="bg1"/>
                </a:solidFill>
              </a:defRPr>
            </a:lvl1pPr>
          </a:lstStyle>
          <a:p>
            <a:r>
              <a:rPr lang="en-US"/>
              <a:t>Nutanix Confidential</a:t>
            </a:r>
            <a:endParaRPr lang="en-US" dirty="0"/>
          </a:p>
        </p:txBody>
      </p:sp>
      <p:pic>
        <p:nvPicPr>
          <p:cNvPr id="15" name="Picture 14">
            <a:extLst>
              <a:ext uri="{FF2B5EF4-FFF2-40B4-BE49-F238E27FC236}">
                <a16:creationId xmlns:a16="http://schemas.microsoft.com/office/drawing/2014/main" id="{2DC27E56-A445-3E61-55A5-501F21DDEC0A}"/>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375098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Intro_One-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40222" y="1135546"/>
            <a:ext cx="4062193" cy="1204577"/>
          </a:xfrm>
        </p:spPr>
        <p:txBody>
          <a:bodyPr anchor="b">
            <a:noAutofit/>
          </a:bodyPr>
          <a:lstStyle>
            <a:lvl1pPr algn="l">
              <a:defRPr lang="en-US" sz="28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4640222" y="2399515"/>
            <a:ext cx="4062193" cy="465199"/>
          </a:xfrm>
        </p:spPr>
        <p:txBody>
          <a:bodyPr>
            <a:no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13" name="Content Placeholder 12">
            <a:extLst>
              <a:ext uri="{FF2B5EF4-FFF2-40B4-BE49-F238E27FC236}">
                <a16:creationId xmlns:a16="http://schemas.microsoft.com/office/drawing/2014/main" id="{1564E262-7959-31C1-A249-F59B114763AD}"/>
              </a:ext>
            </a:extLst>
          </p:cNvPr>
          <p:cNvSpPr>
            <a:spLocks noGrp="1"/>
          </p:cNvSpPr>
          <p:nvPr>
            <p:ph sz="quarter" idx="10" hasCustomPrompt="1"/>
          </p:nvPr>
        </p:nvSpPr>
        <p:spPr>
          <a:xfrm>
            <a:off x="4732520" y="2835018"/>
            <a:ext cx="2193302" cy="458787"/>
          </a:xfrm>
        </p:spPr>
        <p:txBody>
          <a:bodyPr lIns="0" tIns="0" rIns="0" bIns="0" anchor="ctr" anchorCtr="0">
            <a:noAutofit/>
          </a:bodyPr>
          <a:lstStyle>
            <a:lvl1pPr marL="0" indent="0">
              <a:buNone/>
              <a:defRPr sz="1400">
                <a:solidFill>
                  <a:schemeClr val="tx1"/>
                </a:solidFill>
              </a:defRPr>
            </a:lvl1pPr>
          </a:lstStyle>
          <a:p>
            <a:pPr lvl="0"/>
            <a:r>
              <a:rPr lang="en-US" dirty="0"/>
              <a:t>Click to </a:t>
            </a:r>
            <a:r>
              <a:rPr lang="en-US"/>
              <a:t>add text</a:t>
            </a:r>
            <a:endParaRPr lang="en-US" dirty="0"/>
          </a:p>
        </p:txBody>
      </p:sp>
      <p:pic>
        <p:nvPicPr>
          <p:cNvPr id="17" name="Picture 16">
            <a:extLst>
              <a:ext uri="{FF2B5EF4-FFF2-40B4-BE49-F238E27FC236}">
                <a16:creationId xmlns:a16="http://schemas.microsoft.com/office/drawing/2014/main" id="{93BA93B7-FF34-C7DE-7E1D-2D0971693F0E}"/>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 y="0"/>
            <a:ext cx="4230274" cy="5143500"/>
          </a:xfrm>
          <a:prstGeom prst="rect">
            <a:avLst/>
          </a:prstGeom>
        </p:spPr>
      </p:pic>
      <p:sp>
        <p:nvSpPr>
          <p:cNvPr id="19" name="Picture Placeholder 18">
            <a:extLst>
              <a:ext uri="{FF2B5EF4-FFF2-40B4-BE49-F238E27FC236}">
                <a16:creationId xmlns:a16="http://schemas.microsoft.com/office/drawing/2014/main" id="{A3054A3D-47A2-18E6-747B-6921DE9852D3}"/>
              </a:ext>
            </a:extLst>
          </p:cNvPr>
          <p:cNvSpPr>
            <a:spLocks noGrp="1"/>
          </p:cNvSpPr>
          <p:nvPr>
            <p:ph type="pic" sz="quarter" idx="11"/>
          </p:nvPr>
        </p:nvSpPr>
        <p:spPr bwMode="ltGray">
          <a:xfrm>
            <a:off x="381625" y="1304925"/>
            <a:ext cx="2552700" cy="2533650"/>
          </a:xfrm>
          <a:prstGeom prst="ellipse">
            <a:avLst/>
          </a:prstGeom>
          <a:solidFill>
            <a:schemeClr val="bg1">
              <a:lumMod val="85000"/>
            </a:schemeClr>
          </a:solidFill>
          <a:ln>
            <a:solidFill>
              <a:srgbClr val="6F60AA"/>
            </a:solidFill>
          </a:ln>
        </p:spPr>
        <p:txBody>
          <a:bodyPr/>
          <a:lstStyle/>
          <a:p>
            <a:r>
              <a:rPr lang="ja-JP" altLang="en-US"/>
              <a:t>アイコンをクリックして図を追加</a:t>
            </a:r>
            <a:endParaRPr lang="en-US"/>
          </a:p>
        </p:txBody>
      </p:sp>
      <p:cxnSp>
        <p:nvCxnSpPr>
          <p:cNvPr id="21" name="Straight Connector 20">
            <a:extLst>
              <a:ext uri="{FF2B5EF4-FFF2-40B4-BE49-F238E27FC236}">
                <a16:creationId xmlns:a16="http://schemas.microsoft.com/office/drawing/2014/main" id="{A773EDBF-7640-137E-6654-719528D05CE4}"/>
              </a:ext>
            </a:extLst>
          </p:cNvPr>
          <p:cNvCxnSpPr/>
          <p:nvPr userDrawn="1"/>
        </p:nvCxnSpPr>
        <p:spPr>
          <a:xfrm>
            <a:off x="4740015" y="2329830"/>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pic>
        <p:nvPicPr>
          <p:cNvPr id="6" name="Picture 5" descr="A black and white background&#10;&#10;Description automatically generated with medium confidence">
            <a:extLst>
              <a:ext uri="{FF2B5EF4-FFF2-40B4-BE49-F238E27FC236}">
                <a16:creationId xmlns:a16="http://schemas.microsoft.com/office/drawing/2014/main" id="{8DBB152C-5EED-1E59-C9E6-3AC172CFC9A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7" name="Footer Placeholder 4">
            <a:extLst>
              <a:ext uri="{FF2B5EF4-FFF2-40B4-BE49-F238E27FC236}">
                <a16:creationId xmlns:a16="http://schemas.microsoft.com/office/drawing/2014/main" id="{2940F188-D52E-201F-DA7D-1A8843671E09}"/>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sp>
        <p:nvSpPr>
          <p:cNvPr id="8" name="Slide Number Placeholder 5">
            <a:extLst>
              <a:ext uri="{FF2B5EF4-FFF2-40B4-BE49-F238E27FC236}">
                <a16:creationId xmlns:a16="http://schemas.microsoft.com/office/drawing/2014/main" id="{22686BDD-8432-81E7-7045-DC1BCC4D5EBE}"/>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Tree>
    <p:extLst>
      <p:ext uri="{BB962C8B-B14F-4D97-AF65-F5344CB8AC3E}">
        <p14:creationId xmlns:p14="http://schemas.microsoft.com/office/powerpoint/2010/main" val="175900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Layout-3A">
    <p:spTree>
      <p:nvGrpSpPr>
        <p:cNvPr id="1" name=""/>
        <p:cNvGrpSpPr/>
        <p:nvPr/>
      </p:nvGrpSpPr>
      <p:grpSpPr>
        <a:xfrm>
          <a:off x="0" y="0"/>
          <a:ext cx="0" cy="0"/>
          <a:chOff x="0" y="0"/>
          <a:chExt cx="0" cy="0"/>
        </a:xfrm>
      </p:grpSpPr>
      <p:pic>
        <p:nvPicPr>
          <p:cNvPr id="5" name="Picture 4" descr="A black and purple x&#10;&#10;Description automatically generated">
            <a:extLst>
              <a:ext uri="{FF2B5EF4-FFF2-40B4-BE49-F238E27FC236}">
                <a16:creationId xmlns:a16="http://schemas.microsoft.com/office/drawing/2014/main" id="{E871ADFA-D15E-2B75-3F22-4FCBC52F282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l="20088" t="38464"/>
          <a:stretch/>
        </p:blipFill>
        <p:spPr>
          <a:xfrm>
            <a:off x="0" y="-1684"/>
            <a:ext cx="4406900" cy="3393528"/>
          </a:xfrm>
          <a:prstGeom prst="rect">
            <a:avLst/>
          </a:prstGeom>
        </p:spPr>
      </p:pic>
      <p:sp>
        <p:nvSpPr>
          <p:cNvPr id="2" name="Title 1"/>
          <p:cNvSpPr>
            <a:spLocks noGrp="1"/>
          </p:cNvSpPr>
          <p:nvPr>
            <p:ph type="ctrTitle" hasCustomPrompt="1"/>
          </p:nvPr>
        </p:nvSpPr>
        <p:spPr>
          <a:xfrm>
            <a:off x="305062" y="406881"/>
            <a:ext cx="2724385" cy="1204577"/>
          </a:xfrm>
        </p:spPr>
        <p:txBody>
          <a:bodyPr anchor="t" anchorCtr="0">
            <a:noAutofit/>
          </a:bodyPr>
          <a:lstStyle>
            <a:lvl1pPr algn="l" defTabSz="685800" rtl="0" eaLnBrk="1" latinLnBrk="0" hangingPunct="1">
              <a:lnSpc>
                <a:spcPct val="90000"/>
              </a:lnSpc>
              <a:spcBef>
                <a:spcPct val="0"/>
              </a:spcBef>
              <a:buNone/>
              <a:defRPr lang="en-US" sz="2800" kern="1200" dirty="0">
                <a:solidFill>
                  <a:schemeClr val="accent6"/>
                </a:solidFill>
                <a:latin typeface="+mj-lt"/>
                <a:ea typeface="+mj-ea"/>
                <a:cs typeface="+mj-cs"/>
              </a:defRPr>
            </a:lvl1pPr>
          </a:lstStyle>
          <a:p>
            <a:r>
              <a:rPr lang="en-US" dirty="0"/>
              <a:t>Click to edit title style</a:t>
            </a:r>
          </a:p>
        </p:txBody>
      </p:sp>
      <p:pic>
        <p:nvPicPr>
          <p:cNvPr id="6" name="Picture 5" descr="A black and white background&#10;&#10;Description automatically generated with medium confidence">
            <a:extLst>
              <a:ext uri="{FF2B5EF4-FFF2-40B4-BE49-F238E27FC236}">
                <a16:creationId xmlns:a16="http://schemas.microsoft.com/office/drawing/2014/main" id="{8DBB152C-5EED-1E59-C9E6-3AC172CFC9A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7" name="Footer Placeholder 4">
            <a:extLst>
              <a:ext uri="{FF2B5EF4-FFF2-40B4-BE49-F238E27FC236}">
                <a16:creationId xmlns:a16="http://schemas.microsoft.com/office/drawing/2014/main" id="{2940F188-D52E-201F-DA7D-1A8843671E09}"/>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sp>
        <p:nvSpPr>
          <p:cNvPr id="8" name="Slide Number Placeholder 5">
            <a:extLst>
              <a:ext uri="{FF2B5EF4-FFF2-40B4-BE49-F238E27FC236}">
                <a16:creationId xmlns:a16="http://schemas.microsoft.com/office/drawing/2014/main" id="{22686BDD-8432-81E7-7045-DC1BCC4D5EBE}"/>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
        <p:nvSpPr>
          <p:cNvPr id="10" name="Rectangle 9">
            <a:extLst>
              <a:ext uri="{FF2B5EF4-FFF2-40B4-BE49-F238E27FC236}">
                <a16:creationId xmlns:a16="http://schemas.microsoft.com/office/drawing/2014/main" id="{FB8B2C7F-D2D7-0BFC-3E0E-4FCD02FE9622}"/>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0130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Layout-3B">
    <p:bg>
      <p:bgPr>
        <a:solidFill>
          <a:schemeClr val="tx1"/>
        </a:solidFill>
        <a:effectLst/>
      </p:bgPr>
    </p:bg>
    <p:spTree>
      <p:nvGrpSpPr>
        <p:cNvPr id="1" name=""/>
        <p:cNvGrpSpPr/>
        <p:nvPr/>
      </p:nvGrpSpPr>
      <p:grpSpPr>
        <a:xfrm>
          <a:off x="0" y="0"/>
          <a:ext cx="0" cy="0"/>
          <a:chOff x="0" y="0"/>
          <a:chExt cx="0" cy="0"/>
        </a:xfrm>
      </p:grpSpPr>
      <p:pic>
        <p:nvPicPr>
          <p:cNvPr id="5" name="Picture 4" descr="A black and purple x&#10;&#10;Description automatically generated">
            <a:extLst>
              <a:ext uri="{FF2B5EF4-FFF2-40B4-BE49-F238E27FC236}">
                <a16:creationId xmlns:a16="http://schemas.microsoft.com/office/drawing/2014/main" id="{E871ADFA-D15E-2B75-3F22-4FCBC52F282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l="20088" t="38464"/>
          <a:stretch/>
        </p:blipFill>
        <p:spPr>
          <a:xfrm>
            <a:off x="0" y="-1684"/>
            <a:ext cx="4406900" cy="3393528"/>
          </a:xfrm>
          <a:prstGeom prst="rect">
            <a:avLst/>
          </a:prstGeom>
        </p:spPr>
      </p:pic>
      <p:sp>
        <p:nvSpPr>
          <p:cNvPr id="2" name="Title 1"/>
          <p:cNvSpPr>
            <a:spLocks noGrp="1"/>
          </p:cNvSpPr>
          <p:nvPr>
            <p:ph type="ctrTitle" hasCustomPrompt="1"/>
          </p:nvPr>
        </p:nvSpPr>
        <p:spPr>
          <a:xfrm>
            <a:off x="305062" y="406881"/>
            <a:ext cx="2724385" cy="1204577"/>
          </a:xfrm>
        </p:spPr>
        <p:txBody>
          <a:bodyPr anchor="t" anchorCtr="0">
            <a:noAutofit/>
          </a:bodyPr>
          <a:lstStyle>
            <a:lvl1pPr algn="l" defTabSz="685800" rtl="0" eaLnBrk="1" latinLnBrk="0" hangingPunct="1">
              <a:lnSpc>
                <a:spcPct val="90000"/>
              </a:lnSpc>
              <a:spcBef>
                <a:spcPct val="0"/>
              </a:spcBef>
              <a:buNone/>
              <a:defRPr lang="en-US" sz="2800" kern="1200" dirty="0">
                <a:solidFill>
                  <a:schemeClr val="bg1"/>
                </a:solidFill>
                <a:latin typeface="+mj-lt"/>
                <a:ea typeface="+mj-ea"/>
                <a:cs typeface="+mj-cs"/>
              </a:defRPr>
            </a:lvl1pPr>
          </a:lstStyle>
          <a:p>
            <a:r>
              <a:rPr lang="en-US" dirty="0"/>
              <a:t>Click to edit title style</a:t>
            </a:r>
          </a:p>
        </p:txBody>
      </p:sp>
      <p:pic>
        <p:nvPicPr>
          <p:cNvPr id="6" name="Picture 5" descr="A black and white background&#10;&#10;Description automatically generated with medium confidence">
            <a:extLst>
              <a:ext uri="{FF2B5EF4-FFF2-40B4-BE49-F238E27FC236}">
                <a16:creationId xmlns:a16="http://schemas.microsoft.com/office/drawing/2014/main" id="{8DBB152C-5EED-1E59-C9E6-3AC172CFC9A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7" name="Footer Placeholder 4">
            <a:extLst>
              <a:ext uri="{FF2B5EF4-FFF2-40B4-BE49-F238E27FC236}">
                <a16:creationId xmlns:a16="http://schemas.microsoft.com/office/drawing/2014/main" id="{2940F188-D52E-201F-DA7D-1A8843671E09}"/>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sp>
        <p:nvSpPr>
          <p:cNvPr id="8" name="Slide Number Placeholder 5">
            <a:extLst>
              <a:ext uri="{FF2B5EF4-FFF2-40B4-BE49-F238E27FC236}">
                <a16:creationId xmlns:a16="http://schemas.microsoft.com/office/drawing/2014/main" id="{22686BDD-8432-81E7-7045-DC1BCC4D5EBE}"/>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sp>
        <p:nvSpPr>
          <p:cNvPr id="10" name="Rectangle 9">
            <a:extLst>
              <a:ext uri="{FF2B5EF4-FFF2-40B4-BE49-F238E27FC236}">
                <a16:creationId xmlns:a16="http://schemas.microsoft.com/office/drawing/2014/main" id="{FB8B2C7F-D2D7-0BFC-3E0E-4FCD02FE9622}"/>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0B934B4-2109-4EB4-93E8-5FDA27792675}"/>
              </a:ext>
            </a:extLst>
          </p:cNvPr>
          <p:cNvPicPr>
            <a:picLocks noChangeAspect="1"/>
          </p:cNvPicPr>
          <p:nvPr userDrawn="1"/>
        </p:nvPicPr>
        <p:blipFill>
          <a:blip r:embed="rId4"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2761759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lIns="0" tIns="0" rIns="0" bIns="0"/>
          <a:lstStyle/>
          <a:p>
            <a:r>
              <a:rPr lang="ja-JP" altLang="en-US"/>
              <a:t>マスター タイトルの書式設定</a:t>
            </a:r>
            <a:endParaRPr lang="en-US" dirty="0"/>
          </a:p>
        </p:txBody>
      </p:sp>
      <p:sp>
        <p:nvSpPr>
          <p:cNvPr id="3" name="Content Placeholder 2"/>
          <p:cNvSpPr>
            <a:spLocks noGrp="1"/>
          </p:cNvSpPr>
          <p:nvPr>
            <p:ph idx="1"/>
          </p:nvPr>
        </p:nvSpPr>
        <p:spPr>
          <a:xfrm>
            <a:off x="419100" y="1241349"/>
            <a:ext cx="8305800" cy="35108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93134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Left-Left Align">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lIns="0" tIns="0" rIns="0" bIns="0"/>
          <a:lstStyle/>
          <a:p>
            <a:r>
              <a:rPr lang="ja-JP" altLang="en-US"/>
              <a:t>マスター タイトルの書式設定</a:t>
            </a:r>
            <a:endParaRPr lang="en-US" dirty="0"/>
          </a:p>
        </p:txBody>
      </p:sp>
      <p:sp>
        <p:nvSpPr>
          <p:cNvPr id="3" name="Content Placeholder 2"/>
          <p:cNvSpPr>
            <a:spLocks noGrp="1"/>
          </p:cNvSpPr>
          <p:nvPr>
            <p:ph idx="1"/>
          </p:nvPr>
        </p:nvSpPr>
        <p:spPr>
          <a:xfrm>
            <a:off x="419100" y="1241349"/>
            <a:ext cx="3987800" cy="3510895"/>
          </a:xfrm>
        </p:spPr>
        <p:txBody>
          <a:bodyPr lIns="0" tIns="0" rIns="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1060880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lIns="0" tIns="0" rIns="0" bIns="0"/>
          <a:lstStyle/>
          <a:p>
            <a:r>
              <a:rPr lang="ja-JP" altLang="en-US"/>
              <a:t>マスター タイトルの書式設定</a:t>
            </a:r>
            <a:endParaRPr lang="en-US" dirty="0"/>
          </a:p>
        </p:txBody>
      </p:sp>
      <p:sp>
        <p:nvSpPr>
          <p:cNvPr id="3" name="Content Placeholder 2"/>
          <p:cNvSpPr>
            <a:spLocks noGrp="1"/>
          </p:cNvSpPr>
          <p:nvPr>
            <p:ph sz="half" idx="1"/>
          </p:nvPr>
        </p:nvSpPr>
        <p:spPr>
          <a:xfrm>
            <a:off x="419100" y="1245744"/>
            <a:ext cx="3987800" cy="3513995"/>
          </a:xfrm>
        </p:spPr>
        <p:txBody>
          <a:bodyPr lIns="0" tIns="0" rIns="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739953" y="1245745"/>
            <a:ext cx="3984945" cy="3513994"/>
          </a:xfrm>
        </p:spPr>
        <p:txBody>
          <a:bodyPr lIns="0" tIns="0" rIns="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3939956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Key Points">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dirty="0"/>
              <a:t>マスター タイトルの書式設定</a:t>
            </a:r>
            <a:endParaRPr lang="en-US" dirty="0"/>
          </a:p>
        </p:txBody>
      </p:sp>
      <p:sp>
        <p:nvSpPr>
          <p:cNvPr id="3" name="Content Placeholder 2"/>
          <p:cNvSpPr>
            <a:spLocks noGrp="1"/>
          </p:cNvSpPr>
          <p:nvPr>
            <p:ph sz="half" idx="1"/>
          </p:nvPr>
        </p:nvSpPr>
        <p:spPr>
          <a:xfrm>
            <a:off x="428828" y="3096686"/>
            <a:ext cx="2552700" cy="1640018"/>
          </a:xfrm>
        </p:spPr>
        <p:txBody>
          <a:bodyPr>
            <a:noAutofit/>
          </a:bodyPr>
          <a:lstStyle>
            <a:lvl1pPr marL="0" indent="0" algn="ctr">
              <a:buNone/>
              <a:defRPr sz="1600"/>
            </a:lvl1pPr>
            <a:lvl2pPr marL="342900" indent="0" algn="ctr">
              <a:buNone/>
              <a:defRPr sz="1400"/>
            </a:lvl2pPr>
            <a:lvl3pPr marL="685800" indent="0" algn="ctr">
              <a:buNone/>
              <a:defRPr sz="1400"/>
            </a:lvl3pPr>
            <a:lvl4pPr marL="1028700" indent="0" algn="ctr">
              <a:buNone/>
              <a:defRPr sz="1100"/>
            </a:lvl4pPr>
            <a:lvl5pPr marL="1371600" indent="0" algn="ctr">
              <a:buNone/>
              <a:defRPr sz="105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314701" y="3096686"/>
            <a:ext cx="2514600" cy="1640018"/>
          </a:xfrm>
        </p:spPr>
        <p:txBody>
          <a:bodyPr>
            <a:noAutofit/>
          </a:bodyPr>
          <a:lstStyle>
            <a:lvl1pPr marL="0" indent="0" algn="ctr">
              <a:buNone/>
              <a:defRPr sz="1600"/>
            </a:lvl1pPr>
            <a:lvl2pPr marL="342900" indent="0" algn="ctr">
              <a:buNone/>
              <a:defRPr sz="1400"/>
            </a:lvl2pPr>
            <a:lvl3pPr marL="685800" indent="0" algn="ctr">
              <a:buNone/>
              <a:defRPr sz="1400"/>
            </a:lvl3pPr>
            <a:lvl4pPr marL="1028700" indent="0" algn="ctr">
              <a:buNone/>
              <a:defRPr sz="1100"/>
            </a:lvl4pPr>
            <a:lvl5pPr marL="1371600" indent="0" algn="ctr">
              <a:buNone/>
              <a:defRPr sz="105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096686"/>
            <a:ext cx="2514600" cy="1640018"/>
          </a:xfrm>
        </p:spPr>
        <p:txBody>
          <a:bodyPr>
            <a:noAutofit/>
          </a:bodyPr>
          <a:lstStyle>
            <a:lvl1pPr marL="0" indent="0" algn="ctr">
              <a:buNone/>
              <a:defRPr sz="1600"/>
            </a:lvl1pPr>
            <a:lvl2pPr marL="342900" indent="0" algn="ctr">
              <a:buNone/>
              <a:defRPr sz="1400"/>
            </a:lvl2pPr>
            <a:lvl3pPr marL="685800" indent="0" algn="ctr">
              <a:buNone/>
              <a:defRPr sz="1400"/>
            </a:lvl3pPr>
            <a:lvl4pPr marL="1028700" indent="0" algn="ctr">
              <a:buNone/>
              <a:defRPr sz="1100"/>
            </a:lvl4pPr>
            <a:lvl5pPr marL="1371600" indent="0" algn="ctr">
              <a:buNone/>
              <a:defRPr sz="105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77130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ayout-13A">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EF62EDB-6737-9F16-FDD4-C266E05AB238}"/>
              </a:ext>
            </a:extLst>
          </p:cNvPr>
          <p:cNvPicPr>
            <a:picLocks noChangeAspect="1"/>
          </p:cNvPicPr>
          <p:nvPr userDrawn="1"/>
        </p:nvPicPr>
        <p:blipFill>
          <a:blip r:embed="rId2"/>
          <a:stretch>
            <a:fillRect/>
          </a:stretch>
        </p:blipFill>
        <p:spPr bwMode="ltGray">
          <a:xfrm>
            <a:off x="0" y="1906519"/>
            <a:ext cx="9144000" cy="3247004"/>
          </a:xfrm>
          <a:prstGeom prst="rect">
            <a:avLst/>
          </a:prstGeom>
        </p:spPr>
      </p:pic>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6846" y="3513692"/>
            <a:ext cx="25527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3318819" y="2808041"/>
            <a:ext cx="25146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513692"/>
            <a:ext cx="25146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2" name="Oval 21">
            <a:extLst>
              <a:ext uri="{FF2B5EF4-FFF2-40B4-BE49-F238E27FC236}">
                <a16:creationId xmlns:a16="http://schemas.microsoft.com/office/drawing/2014/main" id="{EDEBF4AE-5F5B-B1F0-D99F-8CBA361A69BE}"/>
              </a:ext>
            </a:extLst>
          </p:cNvPr>
          <p:cNvSpPr/>
          <p:nvPr userDrawn="1"/>
        </p:nvSpPr>
        <p:spPr bwMode="ltGray">
          <a:xfrm>
            <a:off x="1245996" y="2199523"/>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98B56B5-5FE6-7D7F-9261-B0925E4F0593}"/>
              </a:ext>
            </a:extLst>
          </p:cNvPr>
          <p:cNvSpPr/>
          <p:nvPr userDrawn="1"/>
        </p:nvSpPr>
        <p:spPr bwMode="ltGray">
          <a:xfrm>
            <a:off x="6991758" y="2199523"/>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C02D695-4CC6-243C-5264-6818559AD00F}"/>
              </a:ext>
            </a:extLst>
          </p:cNvPr>
          <p:cNvSpPr/>
          <p:nvPr userDrawn="1"/>
        </p:nvSpPr>
        <p:spPr bwMode="ltGray">
          <a:xfrm>
            <a:off x="4118919" y="1493242"/>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6846" y="3020899"/>
            <a:ext cx="2552700" cy="495300"/>
          </a:xfrm>
        </p:spPr>
        <p:txBody>
          <a:bodyPr anchor="b" anchorCtr="0">
            <a:noAutofit/>
          </a:bodyPr>
          <a:lstStyle>
            <a:lvl1pPr marL="0" indent="0" algn="ctr">
              <a:buNone/>
              <a:defRPr b="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6172608" y="3020899"/>
            <a:ext cx="2552700" cy="495300"/>
          </a:xfrm>
        </p:spPr>
        <p:txBody>
          <a:bodyPr anchor="b" anchorCtr="0">
            <a:noAutofit/>
          </a:bodyPr>
          <a:lstStyle>
            <a:lvl1pPr marL="0" indent="0" algn="ctr">
              <a:buNone/>
              <a:defRPr b="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3299769" y="2294990"/>
            <a:ext cx="2552700" cy="495300"/>
          </a:xfrm>
        </p:spPr>
        <p:txBody>
          <a:bodyPr anchor="b" anchorCtr="0">
            <a:noAutofit/>
          </a:bodyPr>
          <a:lstStyle>
            <a:lvl1pPr marL="0" indent="0" algn="ctr">
              <a:buNone/>
              <a:defRPr b="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2655C6D7-8600-1474-1471-7F7FA88EE612}"/>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Tree>
    <p:extLst>
      <p:ext uri="{BB962C8B-B14F-4D97-AF65-F5344CB8AC3E}">
        <p14:creationId xmlns:p14="http://schemas.microsoft.com/office/powerpoint/2010/main" val="42786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Layout-13B">
    <p:bg>
      <p:bgPr>
        <a:solidFill>
          <a:schemeClr val="tx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EF62EDB-6737-9F16-FDD4-C266E05AB238}"/>
              </a:ext>
            </a:extLst>
          </p:cNvPr>
          <p:cNvPicPr>
            <a:picLocks noChangeAspect="1"/>
          </p:cNvPicPr>
          <p:nvPr userDrawn="1"/>
        </p:nvPicPr>
        <p:blipFill>
          <a:blip r:embed="rId2">
            <a:duotone>
              <a:schemeClr val="bg2">
                <a:shade val="45000"/>
                <a:satMod val="135000"/>
              </a:schemeClr>
              <a:prstClr val="white"/>
            </a:duotone>
          </a:blip>
          <a:stretch>
            <a:fillRect/>
          </a:stretch>
        </p:blipFill>
        <p:spPr bwMode="ltGray">
          <a:xfrm>
            <a:off x="0" y="1906519"/>
            <a:ext cx="9144000" cy="3247004"/>
          </a:xfrm>
          <a:prstGeom prst="rect">
            <a:avLst/>
          </a:prstGeom>
        </p:spPr>
      </p:pic>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6846" y="3513692"/>
            <a:ext cx="25527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3318819" y="2808041"/>
            <a:ext cx="25146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513692"/>
            <a:ext cx="2514600" cy="123855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2" name="Oval 21">
            <a:extLst>
              <a:ext uri="{FF2B5EF4-FFF2-40B4-BE49-F238E27FC236}">
                <a16:creationId xmlns:a16="http://schemas.microsoft.com/office/drawing/2014/main" id="{EDEBF4AE-5F5B-B1F0-D99F-8CBA361A69BE}"/>
              </a:ext>
            </a:extLst>
          </p:cNvPr>
          <p:cNvSpPr/>
          <p:nvPr userDrawn="1"/>
        </p:nvSpPr>
        <p:spPr bwMode="ltGray">
          <a:xfrm>
            <a:off x="1245996" y="2199523"/>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98B56B5-5FE6-7D7F-9261-B0925E4F0593}"/>
              </a:ext>
            </a:extLst>
          </p:cNvPr>
          <p:cNvSpPr/>
          <p:nvPr userDrawn="1"/>
        </p:nvSpPr>
        <p:spPr bwMode="ltGray">
          <a:xfrm>
            <a:off x="6991758" y="2199523"/>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C02D695-4CC6-243C-5264-6818559AD00F}"/>
              </a:ext>
            </a:extLst>
          </p:cNvPr>
          <p:cNvSpPr/>
          <p:nvPr userDrawn="1"/>
        </p:nvSpPr>
        <p:spPr bwMode="ltGray">
          <a:xfrm>
            <a:off x="4118919" y="1493242"/>
            <a:ext cx="914400" cy="914400"/>
          </a:xfrm>
          <a:prstGeom prst="ellipse">
            <a:avLst/>
          </a:prstGeom>
          <a:solidFill>
            <a:schemeClr val="bg1"/>
          </a:solidFill>
          <a:ln w="25400">
            <a:solidFill>
              <a:srgbClr val="5D5D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6846" y="3020899"/>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6172608" y="3020899"/>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3299769" y="2294990"/>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2655C6D7-8600-1474-1471-7F7FA88EE612}"/>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Tree>
    <p:extLst>
      <p:ext uri="{BB962C8B-B14F-4D97-AF65-F5344CB8AC3E}">
        <p14:creationId xmlns:p14="http://schemas.microsoft.com/office/powerpoint/2010/main" val="1832800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yout-15B">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19571C-F215-65A6-0999-B987880C6593}"/>
              </a:ext>
            </a:extLst>
          </p:cNvPr>
          <p:cNvSpPr/>
          <p:nvPr userDrawn="1"/>
        </p:nvSpPr>
        <p:spPr bwMode="invGray">
          <a:xfrm>
            <a:off x="419100" y="1238250"/>
            <a:ext cx="2560446" cy="30744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C45F4C-1EA2-091F-DB7A-2573C663CB1D}"/>
              </a:ext>
            </a:extLst>
          </p:cNvPr>
          <p:cNvSpPr/>
          <p:nvPr userDrawn="1"/>
        </p:nvSpPr>
        <p:spPr bwMode="invGray">
          <a:xfrm>
            <a:off x="3318819" y="1238250"/>
            <a:ext cx="2514600" cy="30744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BAE2AF5-0683-0B27-F0EA-A8EBD3926956}"/>
              </a:ext>
            </a:extLst>
          </p:cNvPr>
          <p:cNvSpPr/>
          <p:nvPr userDrawn="1"/>
        </p:nvSpPr>
        <p:spPr bwMode="invGray">
          <a:xfrm>
            <a:off x="6182338" y="1238250"/>
            <a:ext cx="2533241" cy="30744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2973" y="1893768"/>
            <a:ext cx="2552700"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3318819" y="1893768"/>
            <a:ext cx="2514600"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1893768"/>
            <a:ext cx="2514600"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2973" y="1257485"/>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6172608" y="1257485"/>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3299769" y="1257485"/>
            <a:ext cx="2552700"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purple x&#10;&#10;Description automatically generated">
            <a:extLst>
              <a:ext uri="{FF2B5EF4-FFF2-40B4-BE49-F238E27FC236}">
                <a16:creationId xmlns:a16="http://schemas.microsoft.com/office/drawing/2014/main" id="{0AF1D604-B2D2-4EA1-6ED3-7FAF458738D6}"/>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111002" y="3682660"/>
            <a:ext cx="1176643" cy="630034"/>
          </a:xfrm>
          <a:prstGeom prst="rect">
            <a:avLst/>
          </a:prstGeom>
        </p:spPr>
      </p:pic>
      <p:pic>
        <p:nvPicPr>
          <p:cNvPr id="13" name="Picture 12" descr="A black and purple x&#10;&#10;Description automatically generated">
            <a:extLst>
              <a:ext uri="{FF2B5EF4-FFF2-40B4-BE49-F238E27FC236}">
                <a16:creationId xmlns:a16="http://schemas.microsoft.com/office/drawing/2014/main" id="{7BFB7B1C-31A8-2DD6-16D7-1E3060BEFFB5}"/>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3987798" y="3682660"/>
            <a:ext cx="1176643" cy="630034"/>
          </a:xfrm>
          <a:prstGeom prst="rect">
            <a:avLst/>
          </a:prstGeom>
        </p:spPr>
      </p:pic>
      <p:pic>
        <p:nvPicPr>
          <p:cNvPr id="14" name="Picture 13" descr="A black and purple x&#10;&#10;Description automatically generated">
            <a:extLst>
              <a:ext uri="{FF2B5EF4-FFF2-40B4-BE49-F238E27FC236}">
                <a16:creationId xmlns:a16="http://schemas.microsoft.com/office/drawing/2014/main" id="{26C26634-9293-BF0E-FAD1-FCB9B33EC5AC}"/>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6860637" y="3682660"/>
            <a:ext cx="1176643" cy="630034"/>
          </a:xfrm>
          <a:prstGeom prst="rect">
            <a:avLst/>
          </a:prstGeom>
        </p:spPr>
      </p:pic>
      <p:pic>
        <p:nvPicPr>
          <p:cNvPr id="5" name="Picture 4">
            <a:extLst>
              <a:ext uri="{FF2B5EF4-FFF2-40B4-BE49-F238E27FC236}">
                <a16:creationId xmlns:a16="http://schemas.microsoft.com/office/drawing/2014/main" id="{055167D2-4E2E-71DC-2AF2-4DB841BD3FA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Tree>
    <p:extLst>
      <p:ext uri="{BB962C8B-B14F-4D97-AF65-F5344CB8AC3E}">
        <p14:creationId xmlns:p14="http://schemas.microsoft.com/office/powerpoint/2010/main" val="111800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yout-15B_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19571C-F215-65A6-0999-B987880C6593}"/>
              </a:ext>
            </a:extLst>
          </p:cNvPr>
          <p:cNvSpPr/>
          <p:nvPr userDrawn="1"/>
        </p:nvSpPr>
        <p:spPr>
          <a:xfrm>
            <a:off x="419100" y="1238250"/>
            <a:ext cx="2560446" cy="30744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C45F4C-1EA2-091F-DB7A-2573C663CB1D}"/>
              </a:ext>
            </a:extLst>
          </p:cNvPr>
          <p:cNvSpPr/>
          <p:nvPr userDrawn="1"/>
        </p:nvSpPr>
        <p:spPr>
          <a:xfrm>
            <a:off x="3318819" y="1238250"/>
            <a:ext cx="2514600" cy="30744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BAE2AF5-0683-0B27-F0EA-A8EBD3926956}"/>
              </a:ext>
            </a:extLst>
          </p:cNvPr>
          <p:cNvSpPr/>
          <p:nvPr userDrawn="1"/>
        </p:nvSpPr>
        <p:spPr>
          <a:xfrm>
            <a:off x="6182338" y="1238250"/>
            <a:ext cx="2533241" cy="30744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2973" y="1893768"/>
            <a:ext cx="2552700"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3318819" y="1893768"/>
            <a:ext cx="2514600"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1893768"/>
            <a:ext cx="2514600"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2973" y="1257485"/>
            <a:ext cx="2552700"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6172608" y="1257485"/>
            <a:ext cx="2552700"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3299769" y="1257485"/>
            <a:ext cx="2552700"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purple x&#10;&#10;Description automatically generated">
            <a:extLst>
              <a:ext uri="{FF2B5EF4-FFF2-40B4-BE49-F238E27FC236}">
                <a16:creationId xmlns:a16="http://schemas.microsoft.com/office/drawing/2014/main" id="{0AF1D604-B2D2-4EA1-6ED3-7FAF458738D6}"/>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1111002" y="3682660"/>
            <a:ext cx="1176643" cy="630034"/>
          </a:xfrm>
          <a:prstGeom prst="rect">
            <a:avLst/>
          </a:prstGeom>
        </p:spPr>
      </p:pic>
      <p:pic>
        <p:nvPicPr>
          <p:cNvPr id="13" name="Picture 12" descr="A black and purple x&#10;&#10;Description automatically generated">
            <a:extLst>
              <a:ext uri="{FF2B5EF4-FFF2-40B4-BE49-F238E27FC236}">
                <a16:creationId xmlns:a16="http://schemas.microsoft.com/office/drawing/2014/main" id="{7BFB7B1C-31A8-2DD6-16D7-1E3060BEFFB5}"/>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3987798" y="3682660"/>
            <a:ext cx="1176643" cy="630034"/>
          </a:xfrm>
          <a:prstGeom prst="rect">
            <a:avLst/>
          </a:prstGeom>
        </p:spPr>
      </p:pic>
      <p:pic>
        <p:nvPicPr>
          <p:cNvPr id="14" name="Picture 13" descr="A black and purple x&#10;&#10;Description automatically generated">
            <a:extLst>
              <a:ext uri="{FF2B5EF4-FFF2-40B4-BE49-F238E27FC236}">
                <a16:creationId xmlns:a16="http://schemas.microsoft.com/office/drawing/2014/main" id="{26C26634-9293-BF0E-FAD1-FCB9B33EC5AC}"/>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6860637" y="3682660"/>
            <a:ext cx="1176643" cy="630034"/>
          </a:xfrm>
          <a:prstGeom prst="rect">
            <a:avLst/>
          </a:prstGeom>
        </p:spPr>
      </p:pic>
    </p:spTree>
    <p:extLst>
      <p:ext uri="{BB962C8B-B14F-4D97-AF65-F5344CB8AC3E}">
        <p14:creationId xmlns:p14="http://schemas.microsoft.com/office/powerpoint/2010/main" val="35601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Layout-15B">
    <p:bg>
      <p:bgPr>
        <a:solidFill>
          <a:schemeClr val="tx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19571C-F215-65A6-0999-B987880C6593}"/>
              </a:ext>
            </a:extLst>
          </p:cNvPr>
          <p:cNvSpPr/>
          <p:nvPr userDrawn="1"/>
        </p:nvSpPr>
        <p:spPr bwMode="invGray">
          <a:xfrm>
            <a:off x="419100" y="1238250"/>
            <a:ext cx="1868545" cy="35125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B4FD4FA-2699-2218-7F2E-39DE57A8CDD9}"/>
              </a:ext>
            </a:extLst>
          </p:cNvPr>
          <p:cNvSpPr/>
          <p:nvPr userDrawn="1"/>
        </p:nvSpPr>
        <p:spPr bwMode="invGray">
          <a:xfrm>
            <a:off x="2563561" y="1238250"/>
            <a:ext cx="1868545" cy="35125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210B41B-2BF9-AA83-576D-A3DCABAF7721}"/>
              </a:ext>
            </a:extLst>
          </p:cNvPr>
          <p:cNvSpPr/>
          <p:nvPr userDrawn="1"/>
        </p:nvSpPr>
        <p:spPr bwMode="invGray">
          <a:xfrm>
            <a:off x="6852482" y="1238250"/>
            <a:ext cx="1868545" cy="35125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BFAC343-94B5-51FE-C097-38DF9D6182F6}"/>
              </a:ext>
            </a:extLst>
          </p:cNvPr>
          <p:cNvSpPr/>
          <p:nvPr userDrawn="1"/>
        </p:nvSpPr>
        <p:spPr bwMode="invGray">
          <a:xfrm>
            <a:off x="4708022" y="1238250"/>
            <a:ext cx="1868545" cy="3512534"/>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2972" y="1893768"/>
            <a:ext cx="1864673"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2570135" y="1893768"/>
            <a:ext cx="1836765"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4715719" y="1893768"/>
            <a:ext cx="1860848"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2973" y="1257485"/>
            <a:ext cx="1849903"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4694372" y="1260816"/>
            <a:ext cx="1882702"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2570135" y="1257485"/>
            <a:ext cx="1836765"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purple x&#10;&#10;Description automatically generated">
            <a:extLst>
              <a:ext uri="{FF2B5EF4-FFF2-40B4-BE49-F238E27FC236}">
                <a16:creationId xmlns:a16="http://schemas.microsoft.com/office/drawing/2014/main" id="{0AF1D604-B2D2-4EA1-6ED3-7FAF458738D6}"/>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883320" y="4241809"/>
            <a:ext cx="950553" cy="508974"/>
          </a:xfrm>
          <a:prstGeom prst="rect">
            <a:avLst/>
          </a:prstGeom>
        </p:spPr>
      </p:pic>
      <p:pic>
        <p:nvPicPr>
          <p:cNvPr id="5" name="Picture 4">
            <a:extLst>
              <a:ext uri="{FF2B5EF4-FFF2-40B4-BE49-F238E27FC236}">
                <a16:creationId xmlns:a16="http://schemas.microsoft.com/office/drawing/2014/main" id="{055167D2-4E2E-71DC-2AF2-4DB841BD3FA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
        <p:nvSpPr>
          <p:cNvPr id="19" name="Content Placeholder 3">
            <a:extLst>
              <a:ext uri="{FF2B5EF4-FFF2-40B4-BE49-F238E27FC236}">
                <a16:creationId xmlns:a16="http://schemas.microsoft.com/office/drawing/2014/main" id="{41A3B9AF-2F23-B7AD-3684-F2EB3AE425F5}"/>
              </a:ext>
            </a:extLst>
          </p:cNvPr>
          <p:cNvSpPr>
            <a:spLocks noGrp="1"/>
          </p:cNvSpPr>
          <p:nvPr>
            <p:ph sz="half" idx="17"/>
          </p:nvPr>
        </p:nvSpPr>
        <p:spPr>
          <a:xfrm>
            <a:off x="6852482" y="1893768"/>
            <a:ext cx="1868546" cy="1729713"/>
          </a:xfrm>
        </p:spPr>
        <p:txBody>
          <a:bodyPr>
            <a:noAutofit/>
          </a:bodyPr>
          <a:lstStyle>
            <a:lvl1pPr marL="0" indent="0" algn="ctr">
              <a:buNone/>
              <a:defRPr sz="12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0" name="Text Placeholder 25">
            <a:extLst>
              <a:ext uri="{FF2B5EF4-FFF2-40B4-BE49-F238E27FC236}">
                <a16:creationId xmlns:a16="http://schemas.microsoft.com/office/drawing/2014/main" id="{15A13C4E-0AAE-5A4D-D8DB-C74461C02DAB}"/>
              </a:ext>
            </a:extLst>
          </p:cNvPr>
          <p:cNvSpPr>
            <a:spLocks noGrp="1"/>
          </p:cNvSpPr>
          <p:nvPr>
            <p:ph type="body" sz="quarter" idx="18" hasCustomPrompt="1"/>
          </p:nvPr>
        </p:nvSpPr>
        <p:spPr>
          <a:xfrm>
            <a:off x="6851975" y="1260816"/>
            <a:ext cx="1861862" cy="495300"/>
          </a:xfrm>
        </p:spPr>
        <p:txBody>
          <a:bodyPr anchor="b" anchorCtr="0">
            <a:noAutofit/>
          </a:bodyPr>
          <a:lstStyle>
            <a:lvl1pPr marL="0" indent="0" algn="ctr">
              <a:buNone/>
              <a:defRPr b="1">
                <a:solidFill>
                  <a:schemeClr val="bg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pic>
        <p:nvPicPr>
          <p:cNvPr id="21" name="Picture 20" descr="A black and purple x&#10;&#10;Description automatically generated">
            <a:extLst>
              <a:ext uri="{FF2B5EF4-FFF2-40B4-BE49-F238E27FC236}">
                <a16:creationId xmlns:a16="http://schemas.microsoft.com/office/drawing/2014/main" id="{E2A24245-99CE-F42B-A504-59E216E5A8C5}"/>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3022557" y="4241809"/>
            <a:ext cx="950553" cy="508974"/>
          </a:xfrm>
          <a:prstGeom prst="rect">
            <a:avLst/>
          </a:prstGeom>
        </p:spPr>
      </p:pic>
      <p:pic>
        <p:nvPicPr>
          <p:cNvPr id="22" name="Picture 21" descr="A black and purple x&#10;&#10;Description automatically generated">
            <a:extLst>
              <a:ext uri="{FF2B5EF4-FFF2-40B4-BE49-F238E27FC236}">
                <a16:creationId xmlns:a16="http://schemas.microsoft.com/office/drawing/2014/main" id="{40E06A13-7616-0F87-E3A7-56A2B30A2CF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5167018" y="4241809"/>
            <a:ext cx="950553" cy="508974"/>
          </a:xfrm>
          <a:prstGeom prst="rect">
            <a:avLst/>
          </a:prstGeom>
        </p:spPr>
      </p:pic>
      <p:pic>
        <p:nvPicPr>
          <p:cNvPr id="23" name="Picture 22" descr="A black and purple x&#10;&#10;Description automatically generated">
            <a:extLst>
              <a:ext uri="{FF2B5EF4-FFF2-40B4-BE49-F238E27FC236}">
                <a16:creationId xmlns:a16="http://schemas.microsoft.com/office/drawing/2014/main" id="{A0340D83-FD26-4CE6-3A15-23994D840BE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7311478" y="4241809"/>
            <a:ext cx="950553" cy="508974"/>
          </a:xfrm>
          <a:prstGeom prst="rect">
            <a:avLst/>
          </a:prstGeom>
        </p:spPr>
      </p:pic>
    </p:spTree>
    <p:extLst>
      <p:ext uri="{BB962C8B-B14F-4D97-AF65-F5344CB8AC3E}">
        <p14:creationId xmlns:p14="http://schemas.microsoft.com/office/powerpoint/2010/main" val="387489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yout-15B_1_1">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A19571C-F215-65A6-0999-B987880C6593}"/>
              </a:ext>
            </a:extLst>
          </p:cNvPr>
          <p:cNvSpPr/>
          <p:nvPr userDrawn="1"/>
        </p:nvSpPr>
        <p:spPr>
          <a:xfrm>
            <a:off x="419100" y="1238250"/>
            <a:ext cx="1868545" cy="3512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6" name="Rectangle 15">
            <a:extLst>
              <a:ext uri="{FF2B5EF4-FFF2-40B4-BE49-F238E27FC236}">
                <a16:creationId xmlns:a16="http://schemas.microsoft.com/office/drawing/2014/main" id="{8B4FD4FA-2699-2218-7F2E-39DE57A8CDD9}"/>
              </a:ext>
            </a:extLst>
          </p:cNvPr>
          <p:cNvSpPr/>
          <p:nvPr userDrawn="1"/>
        </p:nvSpPr>
        <p:spPr>
          <a:xfrm>
            <a:off x="2563561" y="1238250"/>
            <a:ext cx="1868545" cy="3512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210B41B-2BF9-AA83-576D-A3DCABAF7721}"/>
              </a:ext>
            </a:extLst>
          </p:cNvPr>
          <p:cNvSpPr/>
          <p:nvPr userDrawn="1"/>
        </p:nvSpPr>
        <p:spPr>
          <a:xfrm>
            <a:off x="6852482" y="1238250"/>
            <a:ext cx="1868545" cy="3512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Rectangle 17">
            <a:extLst>
              <a:ext uri="{FF2B5EF4-FFF2-40B4-BE49-F238E27FC236}">
                <a16:creationId xmlns:a16="http://schemas.microsoft.com/office/drawing/2014/main" id="{DBFAC343-94B5-51FE-C097-38DF9D6182F6}"/>
              </a:ext>
            </a:extLst>
          </p:cNvPr>
          <p:cNvSpPr/>
          <p:nvPr userDrawn="1"/>
        </p:nvSpPr>
        <p:spPr>
          <a:xfrm>
            <a:off x="4708022" y="1238250"/>
            <a:ext cx="1868545" cy="35125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p:nvPr>
        </p:nvSpPr>
        <p:spPr>
          <a:xfrm>
            <a:off x="419100" y="406797"/>
            <a:ext cx="8305799" cy="640953"/>
          </a:xfrm>
        </p:spPr>
        <p:txBody>
          <a:bodyPr>
            <a:noAutofit/>
          </a:bodyPr>
          <a:lstStyle>
            <a:lvl1pPr algn="ctr">
              <a:defRPr>
                <a:solidFill>
                  <a:srgbClr val="4B00AA"/>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2972" y="1893768"/>
            <a:ext cx="1864673"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4" name="Content Placeholder 3"/>
          <p:cNvSpPr>
            <a:spLocks noGrp="1"/>
          </p:cNvSpPr>
          <p:nvPr>
            <p:ph sz="half" idx="2"/>
          </p:nvPr>
        </p:nvSpPr>
        <p:spPr>
          <a:xfrm>
            <a:off x="2570135" y="1893768"/>
            <a:ext cx="1836765"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4715719" y="1893768"/>
            <a:ext cx="1860848"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6" name="Text Placeholder 25">
            <a:extLst>
              <a:ext uri="{FF2B5EF4-FFF2-40B4-BE49-F238E27FC236}">
                <a16:creationId xmlns:a16="http://schemas.microsoft.com/office/drawing/2014/main" id="{4C8ABDF0-16F4-7CF5-C833-FBE2F7694CCC}"/>
              </a:ext>
            </a:extLst>
          </p:cNvPr>
          <p:cNvSpPr>
            <a:spLocks noGrp="1"/>
          </p:cNvSpPr>
          <p:nvPr>
            <p:ph type="body" sz="quarter" idx="14" hasCustomPrompt="1"/>
          </p:nvPr>
        </p:nvSpPr>
        <p:spPr>
          <a:xfrm>
            <a:off x="422973" y="1257485"/>
            <a:ext cx="1849903"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7" name="Text Placeholder 25">
            <a:extLst>
              <a:ext uri="{FF2B5EF4-FFF2-40B4-BE49-F238E27FC236}">
                <a16:creationId xmlns:a16="http://schemas.microsoft.com/office/drawing/2014/main" id="{A8C44F2B-0498-10B5-CBF9-8A4CDC971400}"/>
              </a:ext>
            </a:extLst>
          </p:cNvPr>
          <p:cNvSpPr>
            <a:spLocks noGrp="1"/>
          </p:cNvSpPr>
          <p:nvPr>
            <p:ph type="body" sz="quarter" idx="15" hasCustomPrompt="1"/>
          </p:nvPr>
        </p:nvSpPr>
        <p:spPr>
          <a:xfrm>
            <a:off x="4694372" y="1260816"/>
            <a:ext cx="1882702"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8" name="Text Placeholder 25">
            <a:extLst>
              <a:ext uri="{FF2B5EF4-FFF2-40B4-BE49-F238E27FC236}">
                <a16:creationId xmlns:a16="http://schemas.microsoft.com/office/drawing/2014/main" id="{569E30FC-5416-71D1-9BC1-3B920A380A6E}"/>
              </a:ext>
            </a:extLst>
          </p:cNvPr>
          <p:cNvSpPr>
            <a:spLocks noGrp="1"/>
          </p:cNvSpPr>
          <p:nvPr>
            <p:ph type="body" sz="quarter" idx="16" hasCustomPrompt="1"/>
          </p:nvPr>
        </p:nvSpPr>
        <p:spPr>
          <a:xfrm>
            <a:off x="2570135" y="1257485"/>
            <a:ext cx="1836765"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sp>
        <p:nvSpPr>
          <p:cNvPr id="29" name="Rectangle 28">
            <a:extLst>
              <a:ext uri="{FF2B5EF4-FFF2-40B4-BE49-F238E27FC236}">
                <a16:creationId xmlns:a16="http://schemas.microsoft.com/office/drawing/2014/main" id="{DE6EDF68-D205-CFB6-6C0A-A9502909F6B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black and purple x&#10;&#10;Description automatically generated">
            <a:extLst>
              <a:ext uri="{FF2B5EF4-FFF2-40B4-BE49-F238E27FC236}">
                <a16:creationId xmlns:a16="http://schemas.microsoft.com/office/drawing/2014/main" id="{0AF1D604-B2D2-4EA1-6ED3-7FAF458738D6}"/>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883320" y="4241809"/>
            <a:ext cx="950553" cy="508974"/>
          </a:xfrm>
          <a:prstGeom prst="rect">
            <a:avLst/>
          </a:prstGeom>
        </p:spPr>
      </p:pic>
      <p:sp>
        <p:nvSpPr>
          <p:cNvPr id="19" name="Content Placeholder 3">
            <a:extLst>
              <a:ext uri="{FF2B5EF4-FFF2-40B4-BE49-F238E27FC236}">
                <a16:creationId xmlns:a16="http://schemas.microsoft.com/office/drawing/2014/main" id="{41A3B9AF-2F23-B7AD-3684-F2EB3AE425F5}"/>
              </a:ext>
            </a:extLst>
          </p:cNvPr>
          <p:cNvSpPr>
            <a:spLocks noGrp="1"/>
          </p:cNvSpPr>
          <p:nvPr>
            <p:ph sz="half" idx="17"/>
          </p:nvPr>
        </p:nvSpPr>
        <p:spPr>
          <a:xfrm>
            <a:off x="6852482" y="1893768"/>
            <a:ext cx="1868546" cy="1729713"/>
          </a:xfrm>
        </p:spPr>
        <p:txBody>
          <a:bodyPr>
            <a:noAutofit/>
          </a:bodyPr>
          <a:lstStyle>
            <a:lvl1pPr marL="0" indent="0" algn="ctr">
              <a:buNone/>
              <a:defRPr sz="1200">
                <a:solidFill>
                  <a:schemeClr val="tx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p:txBody>
      </p:sp>
      <p:sp>
        <p:nvSpPr>
          <p:cNvPr id="20" name="Text Placeholder 25">
            <a:extLst>
              <a:ext uri="{FF2B5EF4-FFF2-40B4-BE49-F238E27FC236}">
                <a16:creationId xmlns:a16="http://schemas.microsoft.com/office/drawing/2014/main" id="{15A13C4E-0AAE-5A4D-D8DB-C74461C02DAB}"/>
              </a:ext>
            </a:extLst>
          </p:cNvPr>
          <p:cNvSpPr>
            <a:spLocks noGrp="1"/>
          </p:cNvSpPr>
          <p:nvPr>
            <p:ph type="body" sz="quarter" idx="18" hasCustomPrompt="1"/>
          </p:nvPr>
        </p:nvSpPr>
        <p:spPr>
          <a:xfrm>
            <a:off x="6851975" y="1260816"/>
            <a:ext cx="1861862" cy="495300"/>
          </a:xfrm>
        </p:spPr>
        <p:txBody>
          <a:bodyPr anchor="b" anchorCtr="0">
            <a:noAutofit/>
          </a:bodyPr>
          <a:lstStyle>
            <a:lvl1pPr marL="0" indent="0" algn="ctr">
              <a:buNone/>
              <a:defRPr b="1">
                <a:solidFill>
                  <a:schemeClr val="tx1"/>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Click to edit text styles</a:t>
            </a:r>
          </a:p>
        </p:txBody>
      </p:sp>
      <p:pic>
        <p:nvPicPr>
          <p:cNvPr id="21" name="Picture 20" descr="A black and purple x&#10;&#10;Description automatically generated">
            <a:extLst>
              <a:ext uri="{FF2B5EF4-FFF2-40B4-BE49-F238E27FC236}">
                <a16:creationId xmlns:a16="http://schemas.microsoft.com/office/drawing/2014/main" id="{E2A24245-99CE-F42B-A504-59E216E5A8C5}"/>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3022557" y="4241809"/>
            <a:ext cx="950553" cy="508974"/>
          </a:xfrm>
          <a:prstGeom prst="rect">
            <a:avLst/>
          </a:prstGeom>
        </p:spPr>
      </p:pic>
      <p:pic>
        <p:nvPicPr>
          <p:cNvPr id="22" name="Picture 21" descr="A black and purple x&#10;&#10;Description automatically generated">
            <a:extLst>
              <a:ext uri="{FF2B5EF4-FFF2-40B4-BE49-F238E27FC236}">
                <a16:creationId xmlns:a16="http://schemas.microsoft.com/office/drawing/2014/main" id="{40E06A13-7616-0F87-E3A7-56A2B30A2CF8}"/>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5167018" y="4241809"/>
            <a:ext cx="950553" cy="508974"/>
          </a:xfrm>
          <a:prstGeom prst="rect">
            <a:avLst/>
          </a:prstGeom>
        </p:spPr>
      </p:pic>
      <p:pic>
        <p:nvPicPr>
          <p:cNvPr id="23" name="Picture 22" descr="A black and purple x&#10;&#10;Description automatically generated">
            <a:extLst>
              <a:ext uri="{FF2B5EF4-FFF2-40B4-BE49-F238E27FC236}">
                <a16:creationId xmlns:a16="http://schemas.microsoft.com/office/drawing/2014/main" id="{A0340D83-FD26-4CE6-3A15-23994D840BEA}"/>
              </a:ext>
            </a:extLst>
          </p:cNvPr>
          <p:cNvPicPr>
            <a:picLocks noChangeAspect="1"/>
          </p:cNvPicPr>
          <p:nvPr userDrawn="1"/>
        </p:nvPicPr>
        <p:blipFill>
          <a:blip r:embed="rId2" cstate="hqprint">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7311478" y="4241809"/>
            <a:ext cx="950553" cy="508974"/>
          </a:xfrm>
          <a:prstGeom prst="rect">
            <a:avLst/>
          </a:prstGeom>
        </p:spPr>
      </p:pic>
    </p:spTree>
    <p:extLst>
      <p:ext uri="{BB962C8B-B14F-4D97-AF65-F5344CB8AC3E}">
        <p14:creationId xmlns:p14="http://schemas.microsoft.com/office/powerpoint/2010/main" val="756438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hree Key Points-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8828" y="3096686"/>
            <a:ext cx="2552700" cy="1640018"/>
          </a:xfrm>
        </p:spPr>
        <p:txBody>
          <a:bodyPr>
            <a:noAutofit/>
          </a:bodyPr>
          <a:lstStyle>
            <a:lvl1pPr marL="0" indent="0" algn="ctr">
              <a:buNone/>
              <a:defRPr sz="16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314701" y="3096686"/>
            <a:ext cx="2514600" cy="1640018"/>
          </a:xfrm>
        </p:spPr>
        <p:txBody>
          <a:bodyPr>
            <a:noAutofit/>
          </a:bodyPr>
          <a:lstStyle>
            <a:lvl1pPr marL="0" indent="0" algn="ctr">
              <a:buNone/>
              <a:defRPr sz="16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096686"/>
            <a:ext cx="2514600" cy="1640018"/>
          </a:xfrm>
        </p:spPr>
        <p:txBody>
          <a:bodyPr>
            <a:noAutofit/>
          </a:bodyPr>
          <a:lstStyle>
            <a:lvl1pPr marL="0" indent="0" algn="ctr">
              <a:buNone/>
              <a:defRPr sz="1600">
                <a:solidFill>
                  <a:schemeClr val="bg1"/>
                </a:solidFill>
              </a:defRPr>
            </a:lvl1pPr>
            <a:lvl2pPr marL="342900" indent="0" algn="ctr">
              <a:buNone/>
              <a:defRPr sz="1400">
                <a:solidFill>
                  <a:schemeClr val="bg1"/>
                </a:solidFill>
              </a:defRPr>
            </a:lvl2pPr>
            <a:lvl3pPr marL="685800" indent="0" algn="ctr">
              <a:buNone/>
              <a:defRPr sz="1400">
                <a:solidFill>
                  <a:schemeClr val="bg1"/>
                </a:solidFill>
              </a:defRPr>
            </a:lvl3pPr>
            <a:lvl4pPr marL="1028700" indent="0" algn="ctr">
              <a:buNone/>
              <a:defRPr sz="1100">
                <a:solidFill>
                  <a:schemeClr val="bg1"/>
                </a:solidFill>
              </a:defRPr>
            </a:lvl4pPr>
            <a:lvl5pPr marL="1371600" indent="0" algn="ctr">
              <a:buNone/>
              <a:defRPr sz="105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pic>
        <p:nvPicPr>
          <p:cNvPr id="5" name="Picture 4">
            <a:extLst>
              <a:ext uri="{FF2B5EF4-FFF2-40B4-BE49-F238E27FC236}">
                <a16:creationId xmlns:a16="http://schemas.microsoft.com/office/drawing/2014/main" id="{C12BEBC6-43AF-C467-25FA-B306353B8EB7}"/>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Tree>
    <p:extLst>
      <p:ext uri="{BB962C8B-B14F-4D97-AF65-F5344CB8AC3E}">
        <p14:creationId xmlns:p14="http://schemas.microsoft.com/office/powerpoint/2010/main" val="3929716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Grid_Six Items">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8828" y="3165445"/>
            <a:ext cx="2552700" cy="1066087"/>
          </a:xfrm>
        </p:spPr>
        <p:txBody>
          <a:bodyPr>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4" name="Content Placeholder 3"/>
          <p:cNvSpPr>
            <a:spLocks noGrp="1"/>
          </p:cNvSpPr>
          <p:nvPr>
            <p:ph sz="half" idx="2"/>
          </p:nvPr>
        </p:nvSpPr>
        <p:spPr>
          <a:xfrm>
            <a:off x="3314701" y="3165445"/>
            <a:ext cx="2514600" cy="1066087"/>
          </a:xfrm>
        </p:spPr>
        <p:txBody>
          <a:bodyPr>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165445"/>
            <a:ext cx="2514600" cy="1066087"/>
          </a:xfrm>
        </p:spPr>
        <p:txBody>
          <a:bodyPr>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a:p>
            <a:pPr lvl="1"/>
            <a:r>
              <a:rPr lang="ja-JP" altLang="en-US"/>
              <a:t>第 </a:t>
            </a:r>
            <a:r>
              <a:rPr lang="en-US" altLang="ja-JP"/>
              <a:t>2 </a:t>
            </a:r>
            <a:r>
              <a:rPr lang="ja-JP" altLang="en-US"/>
              <a:t>レベル</a:t>
            </a:r>
          </a:p>
        </p:txBody>
      </p:sp>
      <p:cxnSp>
        <p:nvCxnSpPr>
          <p:cNvPr id="10" name="Straight Connector 9">
            <a:extLst>
              <a:ext uri="{FF2B5EF4-FFF2-40B4-BE49-F238E27FC236}">
                <a16:creationId xmlns:a16="http://schemas.microsoft.com/office/drawing/2014/main" id="{EE30B788-D8A0-FE0E-D845-4F93E1020A21}"/>
              </a:ext>
            </a:extLst>
          </p:cNvPr>
          <p:cNvCxnSpPr/>
          <p:nvPr userDrawn="1"/>
        </p:nvCxnSpPr>
        <p:spPr bwMode="ltGray">
          <a:xfrm>
            <a:off x="3138520" y="1692613"/>
            <a:ext cx="0" cy="2538919"/>
          </a:xfrm>
          <a:prstGeom prst="line">
            <a:avLst/>
          </a:prstGeom>
          <a:ln w="12700">
            <a:solidFill>
              <a:srgbClr val="DFDFDF"/>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28BC99E-F659-AE22-83B3-9E4B0D67063D}"/>
              </a:ext>
            </a:extLst>
          </p:cNvPr>
          <p:cNvCxnSpPr/>
          <p:nvPr userDrawn="1"/>
        </p:nvCxnSpPr>
        <p:spPr bwMode="ltGray">
          <a:xfrm>
            <a:off x="6014398" y="1692613"/>
            <a:ext cx="0" cy="2538919"/>
          </a:xfrm>
          <a:prstGeom prst="line">
            <a:avLst/>
          </a:prstGeom>
          <a:ln w="12700">
            <a:solidFill>
              <a:srgbClr val="DFDFD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AF74145-9D2C-7CBF-E87E-E5AB9F7066FF}"/>
              </a:ext>
            </a:extLst>
          </p:cNvPr>
          <p:cNvCxnSpPr>
            <a:cxnSpLocks/>
          </p:cNvCxnSpPr>
          <p:nvPr userDrawn="1"/>
        </p:nvCxnSpPr>
        <p:spPr bwMode="ltGray">
          <a:xfrm flipH="1">
            <a:off x="428828" y="3015574"/>
            <a:ext cx="8296072" cy="0"/>
          </a:xfrm>
          <a:prstGeom prst="line">
            <a:avLst/>
          </a:prstGeom>
          <a:ln w="12700">
            <a:solidFill>
              <a:srgbClr val="DFDFDF"/>
            </a:solidFill>
          </a:ln>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409ADB8D-3077-18D6-1312-40011702D220}"/>
              </a:ext>
            </a:extLst>
          </p:cNvPr>
          <p:cNvSpPr>
            <a:spLocks noGrp="1"/>
          </p:cNvSpPr>
          <p:nvPr>
            <p:ph sz="half" idx="14"/>
          </p:nvPr>
        </p:nvSpPr>
        <p:spPr>
          <a:xfrm>
            <a:off x="428828" y="1692613"/>
            <a:ext cx="2552700" cy="1181656"/>
          </a:xfrm>
        </p:spPr>
        <p:txBody>
          <a:bodyPr anchor="b" anchorCtr="0">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18" name="Content Placeholder 3">
            <a:extLst>
              <a:ext uri="{FF2B5EF4-FFF2-40B4-BE49-F238E27FC236}">
                <a16:creationId xmlns:a16="http://schemas.microsoft.com/office/drawing/2014/main" id="{0F30F1AE-3397-6A4E-8385-C4AB11BE0EE7}"/>
              </a:ext>
            </a:extLst>
          </p:cNvPr>
          <p:cNvSpPr>
            <a:spLocks noGrp="1"/>
          </p:cNvSpPr>
          <p:nvPr>
            <p:ph sz="half" idx="15"/>
          </p:nvPr>
        </p:nvSpPr>
        <p:spPr>
          <a:xfrm>
            <a:off x="3314701" y="1692613"/>
            <a:ext cx="2514600" cy="1181656"/>
          </a:xfrm>
        </p:spPr>
        <p:txBody>
          <a:bodyPr anchor="b" anchorCtr="0">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19" name="Content Placeholder 3">
            <a:extLst>
              <a:ext uri="{FF2B5EF4-FFF2-40B4-BE49-F238E27FC236}">
                <a16:creationId xmlns:a16="http://schemas.microsoft.com/office/drawing/2014/main" id="{44D63045-E9DA-152E-7301-1C01C364274D}"/>
              </a:ext>
            </a:extLst>
          </p:cNvPr>
          <p:cNvSpPr>
            <a:spLocks noGrp="1"/>
          </p:cNvSpPr>
          <p:nvPr>
            <p:ph sz="half" idx="16"/>
          </p:nvPr>
        </p:nvSpPr>
        <p:spPr>
          <a:xfrm>
            <a:off x="6191658" y="1692613"/>
            <a:ext cx="2514600" cy="1181656"/>
          </a:xfrm>
        </p:spPr>
        <p:txBody>
          <a:bodyPr anchor="b" anchorCtr="0">
            <a:noAutofit/>
          </a:bodyPr>
          <a:lstStyle>
            <a:lvl1pPr marL="0" indent="0" algn="ctr">
              <a:buNone/>
              <a:defRPr sz="1200"/>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Tree>
    <p:extLst>
      <p:ext uri="{BB962C8B-B14F-4D97-AF65-F5344CB8AC3E}">
        <p14:creationId xmlns:p14="http://schemas.microsoft.com/office/powerpoint/2010/main" val="1135457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Grid_Six Items-2">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28828" y="3165445"/>
            <a:ext cx="2552700" cy="1066087"/>
          </a:xfrm>
        </p:spPr>
        <p:txBody>
          <a:bodyPr>
            <a:noAutofit/>
          </a:bodyPr>
          <a:lstStyle>
            <a:lvl1pPr marL="0" indent="0" algn="ctr">
              <a:buNone/>
              <a:defRPr sz="1200">
                <a:solidFill>
                  <a:schemeClr val="bg1"/>
                </a:solidFill>
              </a:defRPr>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4" name="Content Placeholder 3"/>
          <p:cNvSpPr>
            <a:spLocks noGrp="1"/>
          </p:cNvSpPr>
          <p:nvPr>
            <p:ph sz="half" idx="2"/>
          </p:nvPr>
        </p:nvSpPr>
        <p:spPr>
          <a:xfrm>
            <a:off x="3314701" y="3165445"/>
            <a:ext cx="2514600" cy="1066087"/>
          </a:xfrm>
        </p:spPr>
        <p:txBody>
          <a:bodyPr>
            <a:noAutofit/>
          </a:bodyPr>
          <a:lstStyle>
            <a:lvl1pPr marL="0" indent="0" algn="ctr">
              <a:buNone/>
              <a:defRPr sz="1200">
                <a:solidFill>
                  <a:schemeClr val="bg1"/>
                </a:solidFill>
              </a:defRPr>
            </a:lvl1pPr>
            <a:lvl2pPr marL="342900" indent="0" algn="ctr">
              <a:buNone/>
              <a:defRPr sz="1100">
                <a:solidFill>
                  <a:schemeClr val="bg1"/>
                </a:solidFill>
              </a:defRPr>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3">
            <a:extLst>
              <a:ext uri="{FF2B5EF4-FFF2-40B4-BE49-F238E27FC236}">
                <a16:creationId xmlns:a16="http://schemas.microsoft.com/office/drawing/2014/main" id="{B329B3E6-B040-EEE8-CB7D-6C329CF84F3D}"/>
              </a:ext>
            </a:extLst>
          </p:cNvPr>
          <p:cNvSpPr>
            <a:spLocks noGrp="1"/>
          </p:cNvSpPr>
          <p:nvPr>
            <p:ph sz="half" idx="13"/>
          </p:nvPr>
        </p:nvSpPr>
        <p:spPr>
          <a:xfrm>
            <a:off x="6191658" y="3165445"/>
            <a:ext cx="2514600" cy="1066087"/>
          </a:xfrm>
        </p:spPr>
        <p:txBody>
          <a:bodyPr>
            <a:noAutofit/>
          </a:bodyPr>
          <a:lstStyle>
            <a:lvl1pPr marL="0" indent="0" algn="ctr">
              <a:buNone/>
              <a:defRPr sz="1200">
                <a:solidFill>
                  <a:schemeClr val="bg1"/>
                </a:solidFill>
              </a:defRPr>
            </a:lvl1pPr>
            <a:lvl2pPr marL="342900" indent="0" algn="ctr">
              <a:buNone/>
              <a:defRPr sz="1100">
                <a:solidFill>
                  <a:schemeClr val="bg1"/>
                </a:solidFill>
              </a:defRPr>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a:p>
            <a:pPr lvl="1"/>
            <a:r>
              <a:rPr lang="ja-JP" altLang="en-US"/>
              <a:t>第 </a:t>
            </a:r>
            <a:r>
              <a:rPr lang="en-US" altLang="ja-JP"/>
              <a:t>2 </a:t>
            </a:r>
            <a:r>
              <a:rPr lang="ja-JP" altLang="en-US"/>
              <a:t>レベル</a:t>
            </a:r>
          </a:p>
        </p:txBody>
      </p:sp>
      <p:cxnSp>
        <p:nvCxnSpPr>
          <p:cNvPr id="10" name="Straight Connector 9">
            <a:extLst>
              <a:ext uri="{FF2B5EF4-FFF2-40B4-BE49-F238E27FC236}">
                <a16:creationId xmlns:a16="http://schemas.microsoft.com/office/drawing/2014/main" id="{EE30B788-D8A0-FE0E-D845-4F93E1020A21}"/>
              </a:ext>
            </a:extLst>
          </p:cNvPr>
          <p:cNvCxnSpPr/>
          <p:nvPr userDrawn="1"/>
        </p:nvCxnSpPr>
        <p:spPr bwMode="ltGray">
          <a:xfrm>
            <a:off x="3138520" y="1692613"/>
            <a:ext cx="0" cy="2538919"/>
          </a:xfrm>
          <a:prstGeom prst="line">
            <a:avLst/>
          </a:prstGeom>
          <a:ln w="12700">
            <a:solidFill>
              <a:srgbClr val="5D5D5D"/>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28BC99E-F659-AE22-83B3-9E4B0D67063D}"/>
              </a:ext>
            </a:extLst>
          </p:cNvPr>
          <p:cNvCxnSpPr/>
          <p:nvPr userDrawn="1"/>
        </p:nvCxnSpPr>
        <p:spPr bwMode="ltGray">
          <a:xfrm>
            <a:off x="6014398" y="1692613"/>
            <a:ext cx="0" cy="2538919"/>
          </a:xfrm>
          <a:prstGeom prst="line">
            <a:avLst/>
          </a:prstGeom>
          <a:ln w="12700">
            <a:solidFill>
              <a:srgbClr val="5D5D5D"/>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CAF74145-9D2C-7CBF-E87E-E5AB9F7066FF}"/>
              </a:ext>
            </a:extLst>
          </p:cNvPr>
          <p:cNvCxnSpPr>
            <a:cxnSpLocks/>
          </p:cNvCxnSpPr>
          <p:nvPr userDrawn="1"/>
        </p:nvCxnSpPr>
        <p:spPr bwMode="ltGray">
          <a:xfrm flipH="1">
            <a:off x="428828" y="3015574"/>
            <a:ext cx="8296072" cy="0"/>
          </a:xfrm>
          <a:prstGeom prst="line">
            <a:avLst/>
          </a:prstGeom>
          <a:ln w="12700">
            <a:solidFill>
              <a:srgbClr val="5D5D5D"/>
            </a:solidFill>
          </a:ln>
        </p:spPr>
        <p:style>
          <a:lnRef idx="2">
            <a:schemeClr val="accent1"/>
          </a:lnRef>
          <a:fillRef idx="0">
            <a:schemeClr val="accent1"/>
          </a:fillRef>
          <a:effectRef idx="1">
            <a:schemeClr val="accent1"/>
          </a:effectRef>
          <a:fontRef idx="minor">
            <a:schemeClr val="tx1"/>
          </a:fontRef>
        </p:style>
      </p:cxnSp>
      <p:sp>
        <p:nvSpPr>
          <p:cNvPr id="17" name="Content Placeholder 2">
            <a:extLst>
              <a:ext uri="{FF2B5EF4-FFF2-40B4-BE49-F238E27FC236}">
                <a16:creationId xmlns:a16="http://schemas.microsoft.com/office/drawing/2014/main" id="{409ADB8D-3077-18D6-1312-40011702D220}"/>
              </a:ext>
            </a:extLst>
          </p:cNvPr>
          <p:cNvSpPr>
            <a:spLocks noGrp="1"/>
          </p:cNvSpPr>
          <p:nvPr>
            <p:ph sz="half" idx="14"/>
          </p:nvPr>
        </p:nvSpPr>
        <p:spPr>
          <a:xfrm>
            <a:off x="428828" y="1692613"/>
            <a:ext cx="2552700" cy="1181656"/>
          </a:xfrm>
        </p:spPr>
        <p:txBody>
          <a:bodyPr anchor="b" anchorCtr="0">
            <a:noAutofit/>
          </a:bodyPr>
          <a:lstStyle>
            <a:lvl1pPr marL="0" indent="0" algn="ctr">
              <a:buNone/>
              <a:defRPr sz="1200">
                <a:solidFill>
                  <a:schemeClr val="bg1"/>
                </a:solidFill>
              </a:defRPr>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18" name="Content Placeholder 3">
            <a:extLst>
              <a:ext uri="{FF2B5EF4-FFF2-40B4-BE49-F238E27FC236}">
                <a16:creationId xmlns:a16="http://schemas.microsoft.com/office/drawing/2014/main" id="{0F30F1AE-3397-6A4E-8385-C4AB11BE0EE7}"/>
              </a:ext>
            </a:extLst>
          </p:cNvPr>
          <p:cNvSpPr>
            <a:spLocks noGrp="1"/>
          </p:cNvSpPr>
          <p:nvPr>
            <p:ph sz="half" idx="15"/>
          </p:nvPr>
        </p:nvSpPr>
        <p:spPr>
          <a:xfrm>
            <a:off x="3314701" y="1692613"/>
            <a:ext cx="2514600" cy="1181656"/>
          </a:xfrm>
        </p:spPr>
        <p:txBody>
          <a:bodyPr anchor="b" anchorCtr="0">
            <a:noAutofit/>
          </a:bodyPr>
          <a:lstStyle>
            <a:lvl1pPr marL="0" indent="0" algn="ctr">
              <a:buNone/>
              <a:defRPr sz="1200">
                <a:solidFill>
                  <a:schemeClr val="bg1"/>
                </a:solidFill>
              </a:defRPr>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sp>
        <p:nvSpPr>
          <p:cNvPr id="19" name="Content Placeholder 3">
            <a:extLst>
              <a:ext uri="{FF2B5EF4-FFF2-40B4-BE49-F238E27FC236}">
                <a16:creationId xmlns:a16="http://schemas.microsoft.com/office/drawing/2014/main" id="{44D63045-E9DA-152E-7301-1C01C364274D}"/>
              </a:ext>
            </a:extLst>
          </p:cNvPr>
          <p:cNvSpPr>
            <a:spLocks noGrp="1"/>
          </p:cNvSpPr>
          <p:nvPr>
            <p:ph sz="half" idx="16"/>
          </p:nvPr>
        </p:nvSpPr>
        <p:spPr>
          <a:xfrm>
            <a:off x="6191658" y="1692613"/>
            <a:ext cx="2514600" cy="1181656"/>
          </a:xfrm>
        </p:spPr>
        <p:txBody>
          <a:bodyPr anchor="b" anchorCtr="0">
            <a:noAutofit/>
          </a:bodyPr>
          <a:lstStyle>
            <a:lvl1pPr marL="0" indent="0" algn="ctr">
              <a:buNone/>
              <a:defRPr sz="1200">
                <a:solidFill>
                  <a:schemeClr val="bg1"/>
                </a:solidFill>
              </a:defRPr>
            </a:lvl1pPr>
            <a:lvl2pPr marL="342900" indent="0" algn="ctr">
              <a:buNone/>
              <a:defRPr sz="1100"/>
            </a:lvl2pPr>
            <a:lvl3pPr marL="685800" indent="0" algn="ctr">
              <a:buNone/>
              <a:defRPr sz="1100"/>
            </a:lvl3pPr>
            <a:lvl4pPr marL="1028700" indent="0" algn="ctr">
              <a:buNone/>
              <a:defRPr sz="1000"/>
            </a:lvl4pPr>
            <a:lvl5pPr marL="1371600" indent="0" algn="ctr">
              <a:buNone/>
              <a:defRPr sz="900"/>
            </a:lvl5pPr>
          </a:lstStyle>
          <a:p>
            <a:pPr lvl="0"/>
            <a:r>
              <a:rPr lang="ja-JP" altLang="en-US"/>
              <a:t>マスター テキストの書式設定</a:t>
            </a:r>
          </a:p>
        </p:txBody>
      </p:sp>
      <p:pic>
        <p:nvPicPr>
          <p:cNvPr id="5" name="Picture 4">
            <a:extLst>
              <a:ext uri="{FF2B5EF4-FFF2-40B4-BE49-F238E27FC236}">
                <a16:creationId xmlns:a16="http://schemas.microsoft.com/office/drawing/2014/main" id="{B82AF549-1642-C913-EC6D-9D5F833A2032}"/>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a:xfrm>
            <a:off x="183924" y="4838525"/>
            <a:ext cx="145720" cy="100583"/>
          </a:xfrm>
          <a:prstGeom prst="rect">
            <a:avLst/>
          </a:prstGeom>
        </p:spPr>
      </p:pic>
    </p:spTree>
    <p:extLst>
      <p:ext uri="{BB962C8B-B14F-4D97-AF65-F5344CB8AC3E}">
        <p14:creationId xmlns:p14="http://schemas.microsoft.com/office/powerpoint/2010/main" val="88719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Quotes-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0A7E11-4489-E99D-E4AC-51294CB485D8}"/>
              </a:ext>
            </a:extLst>
          </p:cNvPr>
          <p:cNvSpPr/>
          <p:nvPr userDrawn="1"/>
        </p:nvSpPr>
        <p:spPr bwMode="invGray">
          <a:xfrm>
            <a:off x="0" y="0"/>
            <a:ext cx="9143999"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09172" y="1236240"/>
            <a:ext cx="8415728" cy="1640310"/>
          </a:xfrm>
        </p:spPr>
        <p:txBody>
          <a:bodyPr anchor="t" anchorCtr="0">
            <a:noAutofit/>
          </a:bodyPr>
          <a:lstStyle>
            <a:lvl1pPr algn="l">
              <a:defRPr lang="en-US" sz="2400" kern="1200" dirty="0">
                <a:solidFill>
                  <a:schemeClr val="bg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322741" y="3090934"/>
            <a:ext cx="5506559" cy="465199"/>
          </a:xfrm>
        </p:spPr>
        <p:txBody>
          <a:bodyPr>
            <a:noAutofit/>
          </a:bodyPr>
          <a:lstStyle>
            <a:lvl1pPr marL="0" indent="0" algn="l">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14" name="Slide Number Placeholder 5">
            <a:extLst>
              <a:ext uri="{FF2B5EF4-FFF2-40B4-BE49-F238E27FC236}">
                <a16:creationId xmlns:a16="http://schemas.microsoft.com/office/drawing/2014/main" id="{7D778987-519C-DC16-1887-89FB7885F243}"/>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chemeClr val="bg1"/>
                </a:solidFill>
              </a:defRPr>
            </a:lvl1pPr>
          </a:lstStyle>
          <a:p>
            <a:fld id="{9039307C-AD07-48DD-9A65-4158548F2EA1}" type="slidenum">
              <a:rPr lang="en-US" smtClean="0"/>
              <a:pPr/>
              <a:t>‹#›</a:t>
            </a:fld>
            <a:endParaRPr lang="en-US"/>
          </a:p>
        </p:txBody>
      </p:sp>
      <p:sp>
        <p:nvSpPr>
          <p:cNvPr id="4" name="Footer Placeholder 4">
            <a:extLst>
              <a:ext uri="{FF2B5EF4-FFF2-40B4-BE49-F238E27FC236}">
                <a16:creationId xmlns:a16="http://schemas.microsoft.com/office/drawing/2014/main" id="{092F61A6-222F-10F5-D82B-A5DB8B72640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chemeClr val="bg1"/>
                </a:solidFill>
              </a:defRPr>
            </a:lvl1pPr>
          </a:lstStyle>
          <a:p>
            <a:r>
              <a:rPr lang="en-US"/>
              <a:t>Nutanix Confidential</a:t>
            </a:r>
            <a:endParaRPr lang="en-US" dirty="0"/>
          </a:p>
        </p:txBody>
      </p:sp>
      <p:pic>
        <p:nvPicPr>
          <p:cNvPr id="15" name="Picture 14">
            <a:extLst>
              <a:ext uri="{FF2B5EF4-FFF2-40B4-BE49-F238E27FC236}">
                <a16:creationId xmlns:a16="http://schemas.microsoft.com/office/drawing/2014/main" id="{2DC27E56-A445-3E61-55A5-501F21DDEC0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bwMode="invGray">
          <a:xfrm>
            <a:off x="105859" y="771098"/>
            <a:ext cx="554576" cy="423412"/>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lt1"/>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425924" y="2998348"/>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7103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Quotes-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9172" y="1236240"/>
            <a:ext cx="8415728" cy="1640310"/>
          </a:xfrm>
        </p:spPr>
        <p:txBody>
          <a:bodyPr anchor="t" anchorCtr="0">
            <a:noAutofit/>
          </a:bodyPr>
          <a:lstStyle>
            <a:lvl1pPr algn="l">
              <a:defRPr lang="en-US" sz="24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322741" y="3090934"/>
            <a:ext cx="5506559" cy="465199"/>
          </a:xfrm>
        </p:spPr>
        <p:txBody>
          <a:bodyPr>
            <a:noAutofit/>
          </a:bodyPr>
          <a:lstStyle>
            <a:lvl1pPr marL="0" indent="0" algn="l">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a:xfrm>
            <a:off x="105859" y="771098"/>
            <a:ext cx="554576" cy="423412"/>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425924" y="2998348"/>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6" name="Footer Placeholder 4">
            <a:extLst>
              <a:ext uri="{FF2B5EF4-FFF2-40B4-BE49-F238E27FC236}">
                <a16:creationId xmlns:a16="http://schemas.microsoft.com/office/drawing/2014/main" id="{29BB0767-9AAB-170C-0228-37329B34911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7" name="Slide Number Placeholder 5">
            <a:extLst>
              <a:ext uri="{FF2B5EF4-FFF2-40B4-BE49-F238E27FC236}">
                <a16:creationId xmlns:a16="http://schemas.microsoft.com/office/drawing/2014/main" id="{FC82385E-6317-3AF3-F85A-D7D4D64A8C74}"/>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0" name="Picture 9" descr="A black and white background&#10;&#10;Description automatically generated with medium confidence">
            <a:extLst>
              <a:ext uri="{FF2B5EF4-FFF2-40B4-BE49-F238E27FC236}">
                <a16:creationId xmlns:a16="http://schemas.microsoft.com/office/drawing/2014/main" id="{23CB754E-F8D3-9E4B-E166-BE353535B764}"/>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3911904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Quotes-2_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0A7E11-4489-E99D-E4AC-51294CB485D8}"/>
              </a:ext>
            </a:extLst>
          </p:cNvPr>
          <p:cNvSpPr/>
          <p:nvPr userDrawn="1"/>
        </p:nvSpPr>
        <p:spPr bwMode="invGray">
          <a:xfrm>
            <a:off x="0" y="0"/>
            <a:ext cx="9143999" cy="51435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309172" y="1236240"/>
            <a:ext cx="4806042" cy="1640310"/>
          </a:xfrm>
        </p:spPr>
        <p:txBody>
          <a:bodyPr anchor="t" anchorCtr="0">
            <a:noAutofit/>
          </a:bodyPr>
          <a:lstStyle>
            <a:lvl1pPr algn="l">
              <a:defRPr lang="en-US" sz="2400" kern="1200" dirty="0">
                <a:solidFill>
                  <a:schemeClr val="bg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322741" y="3090934"/>
            <a:ext cx="4792473" cy="465199"/>
          </a:xfrm>
        </p:spPr>
        <p:txBody>
          <a:bodyPr>
            <a:noAutofit/>
          </a:bodyPr>
          <a:lstStyle>
            <a:lvl1pPr marL="0" indent="0" algn="l">
              <a:buNone/>
              <a:defRPr sz="12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14" name="Slide Number Placeholder 5">
            <a:extLst>
              <a:ext uri="{FF2B5EF4-FFF2-40B4-BE49-F238E27FC236}">
                <a16:creationId xmlns:a16="http://schemas.microsoft.com/office/drawing/2014/main" id="{7D778987-519C-DC16-1887-89FB7885F243}"/>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chemeClr val="bg1"/>
                </a:solidFill>
              </a:defRPr>
            </a:lvl1pPr>
          </a:lstStyle>
          <a:p>
            <a:fld id="{9039307C-AD07-48DD-9A65-4158548F2EA1}" type="slidenum">
              <a:rPr lang="en-US" smtClean="0"/>
              <a:pPr/>
              <a:t>‹#›</a:t>
            </a:fld>
            <a:endParaRPr lang="en-US"/>
          </a:p>
        </p:txBody>
      </p:sp>
      <p:sp>
        <p:nvSpPr>
          <p:cNvPr id="4" name="Footer Placeholder 4">
            <a:extLst>
              <a:ext uri="{FF2B5EF4-FFF2-40B4-BE49-F238E27FC236}">
                <a16:creationId xmlns:a16="http://schemas.microsoft.com/office/drawing/2014/main" id="{092F61A6-222F-10F5-D82B-A5DB8B72640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chemeClr val="bg1"/>
                </a:solidFill>
              </a:defRPr>
            </a:lvl1pPr>
          </a:lstStyle>
          <a:p>
            <a:r>
              <a:rPr lang="en-US"/>
              <a:t>Nutanix Confidential</a:t>
            </a:r>
            <a:endParaRPr lang="en-US" dirty="0"/>
          </a:p>
        </p:txBody>
      </p:sp>
      <p:pic>
        <p:nvPicPr>
          <p:cNvPr id="15" name="Picture 14">
            <a:extLst>
              <a:ext uri="{FF2B5EF4-FFF2-40B4-BE49-F238E27FC236}">
                <a16:creationId xmlns:a16="http://schemas.microsoft.com/office/drawing/2014/main" id="{2DC27E56-A445-3E61-55A5-501F21DDEC0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bwMode="invGray">
          <a:xfrm>
            <a:off x="105859" y="771098"/>
            <a:ext cx="554576" cy="423412"/>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lt1"/>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425924" y="2998348"/>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pic>
        <p:nvPicPr>
          <p:cNvPr id="10" name="Picture 9" descr="A black and purple x&#10;&#10;Description automatically generated">
            <a:extLst>
              <a:ext uri="{FF2B5EF4-FFF2-40B4-BE49-F238E27FC236}">
                <a16:creationId xmlns:a16="http://schemas.microsoft.com/office/drawing/2014/main" id="{5CB99AA2-B619-DEB5-5D9F-A0B28AD21C5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5115215" y="685253"/>
            <a:ext cx="3620616" cy="3620616"/>
          </a:xfrm>
          <a:prstGeom prst="rect">
            <a:avLst/>
          </a:prstGeom>
        </p:spPr>
      </p:pic>
      <p:sp>
        <p:nvSpPr>
          <p:cNvPr id="12" name="Picture Placeholder 11">
            <a:extLst>
              <a:ext uri="{FF2B5EF4-FFF2-40B4-BE49-F238E27FC236}">
                <a16:creationId xmlns:a16="http://schemas.microsoft.com/office/drawing/2014/main" id="{B1260429-136B-1F1C-89B9-D6D2CAF13DB1}"/>
              </a:ext>
            </a:extLst>
          </p:cNvPr>
          <p:cNvSpPr>
            <a:spLocks noGrp="1"/>
          </p:cNvSpPr>
          <p:nvPr>
            <p:ph type="pic" sz="quarter" idx="10"/>
          </p:nvPr>
        </p:nvSpPr>
        <p:spPr bwMode="ltGray">
          <a:xfrm>
            <a:off x="5416763" y="986801"/>
            <a:ext cx="3017520" cy="3017520"/>
          </a:xfrm>
          <a:prstGeom prst="ellipse">
            <a:avLst/>
          </a:prstGeom>
          <a:solidFill>
            <a:schemeClr val="bg1">
              <a:lumMod val="85000"/>
            </a:schemeClr>
          </a:solidFill>
          <a:ln>
            <a:solidFill>
              <a:schemeClr val="lt1"/>
            </a:solidFill>
          </a:ln>
        </p:spPr>
        <p:txBody>
          <a:bodyPr vert="horz" lIns="91440" tIns="45720" rIns="91440" bIns="45720" rtlCol="0">
            <a:normAutofit/>
          </a:bodyPr>
          <a:lstStyle>
            <a:lvl1pPr>
              <a:defRPr lang="en-US"/>
            </a:lvl1pPr>
          </a:lstStyle>
          <a:p>
            <a:pPr lvl="0"/>
            <a:r>
              <a:rPr lang="ja-JP" altLang="en-US"/>
              <a:t>アイコンをクリックして図を追加</a:t>
            </a:r>
            <a:endParaRPr lang="en-US"/>
          </a:p>
        </p:txBody>
      </p:sp>
    </p:spTree>
    <p:extLst>
      <p:ext uri="{BB962C8B-B14F-4D97-AF65-F5344CB8AC3E}">
        <p14:creationId xmlns:p14="http://schemas.microsoft.com/office/powerpoint/2010/main" val="220100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Quotes-3_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9172" y="1236240"/>
            <a:ext cx="4806042" cy="1640310"/>
          </a:xfrm>
        </p:spPr>
        <p:txBody>
          <a:bodyPr anchor="t" anchorCtr="0">
            <a:noAutofit/>
          </a:bodyPr>
          <a:lstStyle>
            <a:lvl1pPr algn="l">
              <a:defRPr lang="en-US" sz="24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322741" y="3090934"/>
            <a:ext cx="4792473" cy="465199"/>
          </a:xfrm>
        </p:spPr>
        <p:txBody>
          <a:bodyPr>
            <a:noAutofit/>
          </a:bodyPr>
          <a:lstStyle>
            <a:lvl1pPr marL="0" indent="0" algn="l">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a:xfrm>
            <a:off x="105859" y="771098"/>
            <a:ext cx="554576" cy="423412"/>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425924" y="2998348"/>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pic>
        <p:nvPicPr>
          <p:cNvPr id="10" name="Picture 9" descr="A black and purple x&#10;&#10;Description automatically generated">
            <a:extLst>
              <a:ext uri="{FF2B5EF4-FFF2-40B4-BE49-F238E27FC236}">
                <a16:creationId xmlns:a16="http://schemas.microsoft.com/office/drawing/2014/main" id="{5CB99AA2-B619-DEB5-5D9F-A0B28AD21C5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5115215" y="685253"/>
            <a:ext cx="3620616" cy="3620616"/>
          </a:xfrm>
          <a:prstGeom prst="rect">
            <a:avLst/>
          </a:prstGeom>
        </p:spPr>
      </p:pic>
      <p:sp>
        <p:nvSpPr>
          <p:cNvPr id="12" name="Picture Placeholder 11">
            <a:extLst>
              <a:ext uri="{FF2B5EF4-FFF2-40B4-BE49-F238E27FC236}">
                <a16:creationId xmlns:a16="http://schemas.microsoft.com/office/drawing/2014/main" id="{B1260429-136B-1F1C-89B9-D6D2CAF13DB1}"/>
              </a:ext>
            </a:extLst>
          </p:cNvPr>
          <p:cNvSpPr>
            <a:spLocks noGrp="1"/>
          </p:cNvSpPr>
          <p:nvPr>
            <p:ph type="pic" sz="quarter" idx="10"/>
          </p:nvPr>
        </p:nvSpPr>
        <p:spPr bwMode="ltGray">
          <a:xfrm>
            <a:off x="5416763" y="986801"/>
            <a:ext cx="3017520" cy="3017520"/>
          </a:xfrm>
          <a:prstGeom prst="ellipse">
            <a:avLst/>
          </a:prstGeom>
          <a:solidFill>
            <a:schemeClr val="bg1">
              <a:lumMod val="85000"/>
            </a:schemeClr>
          </a:solidFill>
          <a:ln>
            <a:solidFill>
              <a:schemeClr val="lt1"/>
            </a:solidFill>
          </a:ln>
        </p:spPr>
        <p:txBody>
          <a:bodyPr vert="horz" lIns="91440" tIns="45720" rIns="91440" bIns="45720" rtlCol="0">
            <a:normAutofit/>
          </a:bodyPr>
          <a:lstStyle>
            <a:lvl1pPr>
              <a:defRPr lang="en-US"/>
            </a:lvl1pPr>
          </a:lstStyle>
          <a:p>
            <a:pPr lvl="0"/>
            <a:r>
              <a:rPr lang="ja-JP" altLang="en-US"/>
              <a:t>アイコンをクリックして図を追加</a:t>
            </a:r>
            <a:endParaRPr lang="en-US"/>
          </a:p>
        </p:txBody>
      </p:sp>
      <p:sp>
        <p:nvSpPr>
          <p:cNvPr id="6" name="Footer Placeholder 4">
            <a:extLst>
              <a:ext uri="{FF2B5EF4-FFF2-40B4-BE49-F238E27FC236}">
                <a16:creationId xmlns:a16="http://schemas.microsoft.com/office/drawing/2014/main" id="{25C03052-2F10-B869-4755-74D9F495BB1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7" name="Slide Number Placeholder 5">
            <a:extLst>
              <a:ext uri="{FF2B5EF4-FFF2-40B4-BE49-F238E27FC236}">
                <a16:creationId xmlns:a16="http://schemas.microsoft.com/office/drawing/2014/main" id="{60816A4D-BE2F-3E84-0C22-4AE6B4DB9B06}"/>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1" name="Picture 10" descr="A black and white background&#10;&#10;Description automatically generated with medium confidence">
            <a:extLst>
              <a:ext uri="{FF2B5EF4-FFF2-40B4-BE49-F238E27FC236}">
                <a16:creationId xmlns:a16="http://schemas.microsoft.com/office/drawing/2014/main" id="{CE4BD0D5-1685-D4F5-5A4B-3C963EAFE1BE}"/>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2331820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Quotes Image Fill">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D7B9089-701F-5FB9-0ADE-9FAC4698219B}"/>
              </a:ext>
            </a:extLst>
          </p:cNvPr>
          <p:cNvSpPr>
            <a:spLocks noGrp="1"/>
          </p:cNvSpPr>
          <p:nvPr>
            <p:ph type="pic" sz="quarter" idx="10"/>
          </p:nvPr>
        </p:nvSpPr>
        <p:spPr>
          <a:xfrm>
            <a:off x="0" y="0"/>
            <a:ext cx="2971800" cy="5026025"/>
          </a:xfrm>
          <a:solidFill>
            <a:schemeClr val="tx1">
              <a:lumMod val="10000"/>
              <a:lumOff val="90000"/>
            </a:schemeClr>
          </a:solidFill>
        </p:spPr>
        <p:txBody>
          <a:bodyPr/>
          <a:lstStyle>
            <a:lvl1pPr algn="ctr">
              <a:defRPr/>
            </a:lvl1pPr>
          </a:lstStyle>
          <a:p>
            <a:r>
              <a:rPr lang="ja-JP" altLang="en-US"/>
              <a:t>アイコンをクリックして図を追加</a:t>
            </a:r>
            <a:endParaRPr lang="en-US"/>
          </a:p>
        </p:txBody>
      </p:sp>
      <p:sp>
        <p:nvSpPr>
          <p:cNvPr id="2" name="Title 1"/>
          <p:cNvSpPr>
            <a:spLocks noGrp="1"/>
          </p:cNvSpPr>
          <p:nvPr>
            <p:ph type="ctrTitle" hasCustomPrompt="1"/>
          </p:nvPr>
        </p:nvSpPr>
        <p:spPr>
          <a:xfrm>
            <a:off x="3216495" y="1236240"/>
            <a:ext cx="4806042" cy="1640310"/>
          </a:xfrm>
        </p:spPr>
        <p:txBody>
          <a:bodyPr anchor="t" anchorCtr="0">
            <a:noAutofit/>
          </a:bodyPr>
          <a:lstStyle>
            <a:lvl1pPr algn="l">
              <a:defRPr lang="en-US" sz="20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3230064" y="4052226"/>
            <a:ext cx="4792473" cy="465199"/>
          </a:xfrm>
        </p:spPr>
        <p:txBody>
          <a:bodyPr>
            <a:noAutofit/>
          </a:bodyPr>
          <a:lstStyle>
            <a:lvl1pPr marL="0" indent="0" algn="l">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a:xfrm>
            <a:off x="3047998" y="820056"/>
            <a:ext cx="490450" cy="374453"/>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3333247" y="3959640"/>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6" name="Footer Placeholder 4">
            <a:extLst>
              <a:ext uri="{FF2B5EF4-FFF2-40B4-BE49-F238E27FC236}">
                <a16:creationId xmlns:a16="http://schemas.microsoft.com/office/drawing/2014/main" id="{25C03052-2F10-B869-4755-74D9F495BB1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7" name="Slide Number Placeholder 5">
            <a:extLst>
              <a:ext uri="{FF2B5EF4-FFF2-40B4-BE49-F238E27FC236}">
                <a16:creationId xmlns:a16="http://schemas.microsoft.com/office/drawing/2014/main" id="{60816A4D-BE2F-3E84-0C22-4AE6B4DB9B06}"/>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1" name="Picture 10" descr="A black and white background&#10;&#10;Description automatically generated with medium confidence">
            <a:extLst>
              <a:ext uri="{FF2B5EF4-FFF2-40B4-BE49-F238E27FC236}">
                <a16:creationId xmlns:a16="http://schemas.microsoft.com/office/drawing/2014/main" id="{CE4BD0D5-1685-D4F5-5A4B-3C963EAFE1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772742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Quotes_Two">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0546686A-A1D3-6464-6BE4-E7D2B3A5ED62}"/>
              </a:ext>
            </a:extLst>
          </p:cNvPr>
          <p:cNvSpPr>
            <a:spLocks noGrp="1"/>
          </p:cNvSpPr>
          <p:nvPr>
            <p:ph type="body" sz="quarter" idx="12"/>
          </p:nvPr>
        </p:nvSpPr>
        <p:spPr>
          <a:xfrm>
            <a:off x="4841875" y="1238250"/>
            <a:ext cx="3883025" cy="1638300"/>
          </a:xfrm>
        </p:spPr>
        <p:txBody>
          <a:bodyPr>
            <a:noAutofit/>
          </a:bodyPr>
          <a:lstStyle>
            <a:lvl1pPr marL="0" indent="0" algn="l" defTabSz="685800" rtl="0" eaLnBrk="1" latinLnBrk="0" hangingPunct="1">
              <a:lnSpc>
                <a:spcPct val="90000"/>
              </a:lnSpc>
              <a:spcBef>
                <a:spcPct val="0"/>
              </a:spcBef>
              <a:buNone/>
              <a:defRPr lang="en-US" sz="1600" kern="1200" dirty="0" smtClean="0">
                <a:solidFill>
                  <a:schemeClr val="tx1"/>
                </a:solidFill>
                <a:latin typeface="+mn-lt"/>
                <a:ea typeface="+mj-ea"/>
                <a:cs typeface="+mj-cs"/>
              </a:defRPr>
            </a:lvl1pPr>
          </a:lstStyle>
          <a:p>
            <a:pPr lvl="0"/>
            <a:r>
              <a:rPr lang="ja-JP" altLang="en-US"/>
              <a:t>マスター テキストの書式設定</a:t>
            </a:r>
          </a:p>
        </p:txBody>
      </p:sp>
      <p:sp>
        <p:nvSpPr>
          <p:cNvPr id="21" name="Text Placeholder 20">
            <a:extLst>
              <a:ext uri="{FF2B5EF4-FFF2-40B4-BE49-F238E27FC236}">
                <a16:creationId xmlns:a16="http://schemas.microsoft.com/office/drawing/2014/main" id="{0468F846-1DC8-A899-D77D-498DB2F138E7}"/>
              </a:ext>
            </a:extLst>
          </p:cNvPr>
          <p:cNvSpPr>
            <a:spLocks noGrp="1"/>
          </p:cNvSpPr>
          <p:nvPr>
            <p:ph type="body" sz="quarter" idx="13"/>
          </p:nvPr>
        </p:nvSpPr>
        <p:spPr>
          <a:xfrm>
            <a:off x="4841875" y="3241858"/>
            <a:ext cx="3949700" cy="465138"/>
          </a:xfrm>
        </p:spPr>
        <p:txBody>
          <a:bodyPr>
            <a:noAutofit/>
          </a:bodyPr>
          <a:lstStyle>
            <a:lvl1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smtClean="0">
                <a:solidFill>
                  <a:schemeClr val="tx1"/>
                </a:solidFill>
                <a:latin typeface="+mn-lt"/>
                <a:ea typeface="+mn-ea"/>
                <a:cs typeface="+mn-cs"/>
              </a:defRPr>
            </a:lvl1pPr>
            <a:lvl2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a:solidFill>
                  <a:schemeClr val="tx1"/>
                </a:solidFill>
                <a:latin typeface="+mn-lt"/>
                <a:ea typeface="+mn-ea"/>
                <a:cs typeface="+mn-cs"/>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2" name="Title 1"/>
          <p:cNvSpPr>
            <a:spLocks noGrp="1"/>
          </p:cNvSpPr>
          <p:nvPr>
            <p:ph type="ctrTitle" hasCustomPrompt="1"/>
          </p:nvPr>
        </p:nvSpPr>
        <p:spPr>
          <a:xfrm>
            <a:off x="523120" y="1236240"/>
            <a:ext cx="3883780" cy="1640310"/>
          </a:xfrm>
        </p:spPr>
        <p:txBody>
          <a:bodyPr anchor="t" anchorCtr="0">
            <a:noAutofit/>
          </a:bodyPr>
          <a:lstStyle>
            <a:lvl1pPr algn="l">
              <a:defRPr lang="en-US" sz="16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523121" y="3241797"/>
            <a:ext cx="3883780" cy="465199"/>
          </a:xfrm>
        </p:spPr>
        <p:txBody>
          <a:bodyPr>
            <a:noAutofit/>
          </a:bodyPr>
          <a:lstStyle>
            <a:lvl1pPr marL="0" indent="0" algn="l">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a:xfrm>
            <a:off x="419101" y="930158"/>
            <a:ext cx="366346" cy="279701"/>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dirty="0">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626303" y="3149211"/>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6" name="Footer Placeholder 4">
            <a:extLst>
              <a:ext uri="{FF2B5EF4-FFF2-40B4-BE49-F238E27FC236}">
                <a16:creationId xmlns:a16="http://schemas.microsoft.com/office/drawing/2014/main" id="{25C03052-2F10-B869-4755-74D9F495BB1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7" name="Slide Number Placeholder 5">
            <a:extLst>
              <a:ext uri="{FF2B5EF4-FFF2-40B4-BE49-F238E27FC236}">
                <a16:creationId xmlns:a16="http://schemas.microsoft.com/office/drawing/2014/main" id="{60816A4D-BE2F-3E84-0C22-4AE6B4DB9B06}"/>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1" name="Picture 10" descr="A black and white background&#10;&#10;Description automatically generated with medium confidence">
            <a:extLst>
              <a:ext uri="{FF2B5EF4-FFF2-40B4-BE49-F238E27FC236}">
                <a16:creationId xmlns:a16="http://schemas.microsoft.com/office/drawing/2014/main" id="{CE4BD0D5-1685-D4F5-5A4B-3C963EAFE1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10" name="Text Placeholder 9">
            <a:extLst>
              <a:ext uri="{FF2B5EF4-FFF2-40B4-BE49-F238E27FC236}">
                <a16:creationId xmlns:a16="http://schemas.microsoft.com/office/drawing/2014/main" id="{CCD32F33-388E-9A49-7C6C-D811E63784F3}"/>
              </a:ext>
            </a:extLst>
          </p:cNvPr>
          <p:cNvSpPr>
            <a:spLocks noGrp="1"/>
          </p:cNvSpPr>
          <p:nvPr>
            <p:ph type="body" sz="quarter" idx="10"/>
          </p:nvPr>
        </p:nvSpPr>
        <p:spPr>
          <a:xfrm>
            <a:off x="329644" y="445141"/>
            <a:ext cx="4077256" cy="287338"/>
          </a:xfrm>
        </p:spPr>
        <p:txBody>
          <a:bodyPr>
            <a:noAutofit/>
          </a:bodyPr>
          <a:lstStyle>
            <a:lvl1pPr marL="0" indent="0">
              <a:buNone/>
              <a:defRPr sz="1050"/>
            </a:lvl1pPr>
          </a:lstStyle>
          <a:p>
            <a:pPr lvl="0"/>
            <a:r>
              <a:rPr lang="ja-JP" altLang="en-US"/>
              <a:t>マスター テキストの書式設定</a:t>
            </a:r>
          </a:p>
        </p:txBody>
      </p:sp>
      <p:sp>
        <p:nvSpPr>
          <p:cNvPr id="15" name="Google Shape;642;p44">
            <a:extLst>
              <a:ext uri="{FF2B5EF4-FFF2-40B4-BE49-F238E27FC236}">
                <a16:creationId xmlns:a16="http://schemas.microsoft.com/office/drawing/2014/main" id="{832F237F-0F4F-A5FE-5CF5-23243CC40748}"/>
              </a:ext>
            </a:extLst>
          </p:cNvPr>
          <p:cNvSpPr/>
          <p:nvPr userDrawn="1"/>
        </p:nvSpPr>
        <p:spPr>
          <a:xfrm>
            <a:off x="4737100" y="930158"/>
            <a:ext cx="366346" cy="279701"/>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dirty="0">
              <a:solidFill>
                <a:schemeClr val="lt1"/>
              </a:solidFill>
              <a:latin typeface="Montserrat"/>
              <a:ea typeface="Montserrat"/>
              <a:cs typeface="Montserrat"/>
              <a:sym typeface="Montserrat"/>
            </a:endParaRPr>
          </a:p>
        </p:txBody>
      </p:sp>
      <p:cxnSp>
        <p:nvCxnSpPr>
          <p:cNvPr id="16" name="Straight Connector 15">
            <a:extLst>
              <a:ext uri="{FF2B5EF4-FFF2-40B4-BE49-F238E27FC236}">
                <a16:creationId xmlns:a16="http://schemas.microsoft.com/office/drawing/2014/main" id="{F14F4236-8F24-8503-3839-C1016CC15106}"/>
              </a:ext>
            </a:extLst>
          </p:cNvPr>
          <p:cNvCxnSpPr>
            <a:cxnSpLocks/>
          </p:cNvCxnSpPr>
          <p:nvPr userDrawn="1"/>
        </p:nvCxnSpPr>
        <p:spPr>
          <a:xfrm>
            <a:off x="4944302" y="3149211"/>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17" name="Text Placeholder 9">
            <a:extLst>
              <a:ext uri="{FF2B5EF4-FFF2-40B4-BE49-F238E27FC236}">
                <a16:creationId xmlns:a16="http://schemas.microsoft.com/office/drawing/2014/main" id="{4C19CE17-A9CD-888C-DE5E-A334040950A8}"/>
              </a:ext>
            </a:extLst>
          </p:cNvPr>
          <p:cNvSpPr>
            <a:spLocks noGrp="1"/>
          </p:cNvSpPr>
          <p:nvPr>
            <p:ph type="body" sz="quarter" idx="11"/>
          </p:nvPr>
        </p:nvSpPr>
        <p:spPr>
          <a:xfrm>
            <a:off x="4647643" y="445141"/>
            <a:ext cx="4077256" cy="287338"/>
          </a:xfrm>
        </p:spPr>
        <p:txBody>
          <a:bodyPr>
            <a:noAutofit/>
          </a:bodyPr>
          <a:lstStyle>
            <a:lvl1pPr marL="0" indent="0">
              <a:buNone/>
              <a:defRPr sz="1050"/>
            </a:lvl1pPr>
          </a:lstStyle>
          <a:p>
            <a:pPr lvl="0"/>
            <a:r>
              <a:rPr lang="ja-JP" altLang="en-US"/>
              <a:t>マスター テキストの書式設定</a:t>
            </a:r>
          </a:p>
        </p:txBody>
      </p:sp>
    </p:spTree>
    <p:extLst>
      <p:ext uri="{BB962C8B-B14F-4D97-AF65-F5344CB8AC3E}">
        <p14:creationId xmlns:p14="http://schemas.microsoft.com/office/powerpoint/2010/main" val="4189226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Quotes_Three">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0546686A-A1D3-6464-6BE4-E7D2B3A5ED62}"/>
              </a:ext>
            </a:extLst>
          </p:cNvPr>
          <p:cNvSpPr>
            <a:spLocks noGrp="1"/>
          </p:cNvSpPr>
          <p:nvPr>
            <p:ph type="body" sz="quarter" idx="12"/>
          </p:nvPr>
        </p:nvSpPr>
        <p:spPr>
          <a:xfrm>
            <a:off x="3423383" y="1546341"/>
            <a:ext cx="2405918" cy="2164011"/>
          </a:xfrm>
        </p:spPr>
        <p:txBody>
          <a:bodyPr>
            <a:noAutofit/>
          </a:bodyPr>
          <a:lstStyle>
            <a:lvl1pPr marL="0" indent="0" algn="l" defTabSz="685800" rtl="0" eaLnBrk="1" latinLnBrk="0" hangingPunct="1">
              <a:lnSpc>
                <a:spcPct val="90000"/>
              </a:lnSpc>
              <a:spcBef>
                <a:spcPct val="0"/>
              </a:spcBef>
              <a:buNone/>
              <a:defRPr lang="en-US" sz="1600" kern="1200" dirty="0" smtClean="0">
                <a:solidFill>
                  <a:schemeClr val="tx1"/>
                </a:solidFill>
                <a:latin typeface="+mn-lt"/>
                <a:ea typeface="+mj-ea"/>
                <a:cs typeface="+mj-cs"/>
              </a:defRPr>
            </a:lvl1pPr>
          </a:lstStyle>
          <a:p>
            <a:pPr lvl="0"/>
            <a:r>
              <a:rPr lang="ja-JP" altLang="en-US"/>
              <a:t>マスター テキストの書式設定</a:t>
            </a:r>
          </a:p>
        </p:txBody>
      </p:sp>
      <p:sp>
        <p:nvSpPr>
          <p:cNvPr id="21" name="Text Placeholder 20">
            <a:extLst>
              <a:ext uri="{FF2B5EF4-FFF2-40B4-BE49-F238E27FC236}">
                <a16:creationId xmlns:a16="http://schemas.microsoft.com/office/drawing/2014/main" id="{0468F846-1DC8-A899-D77D-498DB2F138E7}"/>
              </a:ext>
            </a:extLst>
          </p:cNvPr>
          <p:cNvSpPr>
            <a:spLocks noGrp="1"/>
          </p:cNvSpPr>
          <p:nvPr>
            <p:ph type="body" sz="quarter" idx="13"/>
          </p:nvPr>
        </p:nvSpPr>
        <p:spPr>
          <a:xfrm>
            <a:off x="3423382" y="3974740"/>
            <a:ext cx="2405918" cy="465138"/>
          </a:xfrm>
        </p:spPr>
        <p:txBody>
          <a:bodyPr>
            <a:noAutofit/>
          </a:bodyPr>
          <a:lstStyle>
            <a:lvl1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smtClean="0">
                <a:solidFill>
                  <a:schemeClr val="tx1"/>
                </a:solidFill>
                <a:latin typeface="+mn-lt"/>
                <a:ea typeface="+mn-ea"/>
                <a:cs typeface="+mn-cs"/>
              </a:defRPr>
            </a:lvl1pPr>
            <a:lvl2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a:solidFill>
                  <a:schemeClr val="tx1"/>
                </a:solidFill>
                <a:latin typeface="+mn-lt"/>
                <a:ea typeface="+mn-ea"/>
                <a:cs typeface="+mn-cs"/>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2" name="Title 1"/>
          <p:cNvSpPr>
            <a:spLocks noGrp="1"/>
          </p:cNvSpPr>
          <p:nvPr>
            <p:ph type="ctrTitle" hasCustomPrompt="1"/>
          </p:nvPr>
        </p:nvSpPr>
        <p:spPr>
          <a:xfrm>
            <a:off x="523120" y="1544332"/>
            <a:ext cx="2448679" cy="2166666"/>
          </a:xfrm>
        </p:spPr>
        <p:txBody>
          <a:bodyPr anchor="t" anchorCtr="0">
            <a:noAutofit/>
          </a:bodyPr>
          <a:lstStyle>
            <a:lvl1pPr algn="l">
              <a:defRPr lang="en-US" sz="1600" kern="1200" dirty="0">
                <a:solidFill>
                  <a:schemeClr val="tx1"/>
                </a:solidFill>
                <a:latin typeface="+mn-lt"/>
                <a:ea typeface="+mj-ea"/>
                <a:cs typeface="+mj-cs"/>
              </a:defRPr>
            </a:lvl1pPr>
          </a:lstStyle>
          <a:p>
            <a:r>
              <a:rPr lang="en-US" dirty="0"/>
              <a:t>Click to edit title style</a:t>
            </a:r>
          </a:p>
        </p:txBody>
      </p:sp>
      <p:sp>
        <p:nvSpPr>
          <p:cNvPr id="3" name="Subtitle 2"/>
          <p:cNvSpPr>
            <a:spLocks noGrp="1"/>
          </p:cNvSpPr>
          <p:nvPr>
            <p:ph type="subTitle" idx="1" hasCustomPrompt="1"/>
          </p:nvPr>
        </p:nvSpPr>
        <p:spPr>
          <a:xfrm>
            <a:off x="523121" y="3974679"/>
            <a:ext cx="2448679" cy="465199"/>
          </a:xfrm>
        </p:spPr>
        <p:txBody>
          <a:bodyPr>
            <a:noAutofit/>
          </a:bodyPr>
          <a:lstStyle>
            <a:lvl1pPr marL="0" indent="0" algn="l">
              <a:buNone/>
              <a:defRPr sz="12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subtitle style</a:t>
            </a:r>
          </a:p>
        </p:txBody>
      </p:sp>
      <p:sp>
        <p:nvSpPr>
          <p:cNvPr id="24" name="Rectangle 23">
            <a:extLst>
              <a:ext uri="{FF2B5EF4-FFF2-40B4-BE49-F238E27FC236}">
                <a16:creationId xmlns:a16="http://schemas.microsoft.com/office/drawing/2014/main" id="{3CE1DBF2-AF34-698A-186E-74DCEFFEAAC3}"/>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642;p44">
            <a:extLst>
              <a:ext uri="{FF2B5EF4-FFF2-40B4-BE49-F238E27FC236}">
                <a16:creationId xmlns:a16="http://schemas.microsoft.com/office/drawing/2014/main" id="{C3A84D36-D837-C05C-31A7-39CE0325974D}"/>
              </a:ext>
            </a:extLst>
          </p:cNvPr>
          <p:cNvSpPr/>
          <p:nvPr userDrawn="1"/>
        </p:nvSpPr>
        <p:spPr>
          <a:xfrm>
            <a:off x="419101" y="1238250"/>
            <a:ext cx="366346" cy="279701"/>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dirty="0">
              <a:solidFill>
                <a:schemeClr val="lt1"/>
              </a:solidFill>
              <a:latin typeface="Montserrat"/>
              <a:ea typeface="Montserrat"/>
              <a:cs typeface="Montserrat"/>
              <a:sym typeface="Montserrat"/>
            </a:endParaRPr>
          </a:p>
        </p:txBody>
      </p:sp>
      <p:cxnSp>
        <p:nvCxnSpPr>
          <p:cNvPr id="9" name="Straight Connector 8">
            <a:extLst>
              <a:ext uri="{FF2B5EF4-FFF2-40B4-BE49-F238E27FC236}">
                <a16:creationId xmlns:a16="http://schemas.microsoft.com/office/drawing/2014/main" id="{A773EDBF-7640-137E-6654-719528D05CE4}"/>
              </a:ext>
            </a:extLst>
          </p:cNvPr>
          <p:cNvCxnSpPr>
            <a:cxnSpLocks/>
          </p:cNvCxnSpPr>
          <p:nvPr userDrawn="1"/>
        </p:nvCxnSpPr>
        <p:spPr>
          <a:xfrm>
            <a:off x="626303" y="3882093"/>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6" name="Footer Placeholder 4">
            <a:extLst>
              <a:ext uri="{FF2B5EF4-FFF2-40B4-BE49-F238E27FC236}">
                <a16:creationId xmlns:a16="http://schemas.microsoft.com/office/drawing/2014/main" id="{25C03052-2F10-B869-4755-74D9F495BB12}"/>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7" name="Slide Number Placeholder 5">
            <a:extLst>
              <a:ext uri="{FF2B5EF4-FFF2-40B4-BE49-F238E27FC236}">
                <a16:creationId xmlns:a16="http://schemas.microsoft.com/office/drawing/2014/main" id="{60816A4D-BE2F-3E84-0C22-4AE6B4DB9B06}"/>
              </a:ext>
            </a:extLst>
          </p:cNvPr>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1" name="Picture 10" descr="A black and white background&#10;&#10;Description automatically generated with medium confidence">
            <a:extLst>
              <a:ext uri="{FF2B5EF4-FFF2-40B4-BE49-F238E27FC236}">
                <a16:creationId xmlns:a16="http://schemas.microsoft.com/office/drawing/2014/main" id="{CE4BD0D5-1685-D4F5-5A4B-3C963EAFE1BE}"/>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10" name="Text Placeholder 9">
            <a:extLst>
              <a:ext uri="{FF2B5EF4-FFF2-40B4-BE49-F238E27FC236}">
                <a16:creationId xmlns:a16="http://schemas.microsoft.com/office/drawing/2014/main" id="{CCD32F33-388E-9A49-7C6C-D811E63784F3}"/>
              </a:ext>
            </a:extLst>
          </p:cNvPr>
          <p:cNvSpPr>
            <a:spLocks noGrp="1"/>
          </p:cNvSpPr>
          <p:nvPr>
            <p:ph type="body" sz="quarter" idx="10"/>
          </p:nvPr>
        </p:nvSpPr>
        <p:spPr>
          <a:xfrm>
            <a:off x="329644" y="445141"/>
            <a:ext cx="2642156" cy="287338"/>
          </a:xfrm>
        </p:spPr>
        <p:txBody>
          <a:bodyPr>
            <a:noAutofit/>
          </a:bodyPr>
          <a:lstStyle>
            <a:lvl1pPr marL="0" indent="0">
              <a:buNone/>
              <a:defRPr sz="1050"/>
            </a:lvl1pPr>
          </a:lstStyle>
          <a:p>
            <a:pPr lvl="0"/>
            <a:r>
              <a:rPr lang="ja-JP" altLang="en-US"/>
              <a:t>マスター テキストの書式設定</a:t>
            </a:r>
          </a:p>
        </p:txBody>
      </p:sp>
      <p:sp>
        <p:nvSpPr>
          <p:cNvPr id="15" name="Google Shape;642;p44">
            <a:extLst>
              <a:ext uri="{FF2B5EF4-FFF2-40B4-BE49-F238E27FC236}">
                <a16:creationId xmlns:a16="http://schemas.microsoft.com/office/drawing/2014/main" id="{832F237F-0F4F-A5FE-5CF5-23243CC40748}"/>
              </a:ext>
            </a:extLst>
          </p:cNvPr>
          <p:cNvSpPr/>
          <p:nvPr userDrawn="1"/>
        </p:nvSpPr>
        <p:spPr>
          <a:xfrm>
            <a:off x="3318607" y="1238250"/>
            <a:ext cx="366346" cy="279701"/>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dirty="0">
              <a:solidFill>
                <a:schemeClr val="lt1"/>
              </a:solidFill>
              <a:latin typeface="Montserrat"/>
              <a:ea typeface="Montserrat"/>
              <a:cs typeface="Montserrat"/>
              <a:sym typeface="Montserrat"/>
            </a:endParaRPr>
          </a:p>
        </p:txBody>
      </p:sp>
      <p:cxnSp>
        <p:nvCxnSpPr>
          <p:cNvPr id="16" name="Straight Connector 15">
            <a:extLst>
              <a:ext uri="{FF2B5EF4-FFF2-40B4-BE49-F238E27FC236}">
                <a16:creationId xmlns:a16="http://schemas.microsoft.com/office/drawing/2014/main" id="{F14F4236-8F24-8503-3839-C1016CC15106}"/>
              </a:ext>
            </a:extLst>
          </p:cNvPr>
          <p:cNvCxnSpPr>
            <a:cxnSpLocks/>
          </p:cNvCxnSpPr>
          <p:nvPr userDrawn="1"/>
        </p:nvCxnSpPr>
        <p:spPr>
          <a:xfrm>
            <a:off x="3525809" y="3882093"/>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17" name="Text Placeholder 9">
            <a:extLst>
              <a:ext uri="{FF2B5EF4-FFF2-40B4-BE49-F238E27FC236}">
                <a16:creationId xmlns:a16="http://schemas.microsoft.com/office/drawing/2014/main" id="{4C19CE17-A9CD-888C-DE5E-A334040950A8}"/>
              </a:ext>
            </a:extLst>
          </p:cNvPr>
          <p:cNvSpPr>
            <a:spLocks noGrp="1"/>
          </p:cNvSpPr>
          <p:nvPr>
            <p:ph type="body" sz="quarter" idx="11"/>
          </p:nvPr>
        </p:nvSpPr>
        <p:spPr>
          <a:xfrm>
            <a:off x="3229150" y="445141"/>
            <a:ext cx="2600150" cy="287338"/>
          </a:xfrm>
        </p:spPr>
        <p:txBody>
          <a:bodyPr>
            <a:noAutofit/>
          </a:bodyPr>
          <a:lstStyle>
            <a:lvl1pPr marL="0" indent="0">
              <a:buNone/>
              <a:defRPr sz="1050"/>
            </a:lvl1pPr>
          </a:lstStyle>
          <a:p>
            <a:pPr lvl="0"/>
            <a:r>
              <a:rPr lang="ja-JP" altLang="en-US"/>
              <a:t>マスター テキストの書式設定</a:t>
            </a:r>
          </a:p>
        </p:txBody>
      </p:sp>
      <p:sp>
        <p:nvSpPr>
          <p:cNvPr id="4" name="Text Placeholder 18">
            <a:extLst>
              <a:ext uri="{FF2B5EF4-FFF2-40B4-BE49-F238E27FC236}">
                <a16:creationId xmlns:a16="http://schemas.microsoft.com/office/drawing/2014/main" id="{34D20292-B512-A708-E28D-EA02D51C7ACE}"/>
              </a:ext>
            </a:extLst>
          </p:cNvPr>
          <p:cNvSpPr>
            <a:spLocks noGrp="1"/>
          </p:cNvSpPr>
          <p:nvPr>
            <p:ph type="body" sz="quarter" idx="14"/>
          </p:nvPr>
        </p:nvSpPr>
        <p:spPr>
          <a:xfrm>
            <a:off x="6280882" y="1546341"/>
            <a:ext cx="2444017" cy="2164011"/>
          </a:xfrm>
        </p:spPr>
        <p:txBody>
          <a:bodyPr>
            <a:noAutofit/>
          </a:bodyPr>
          <a:lstStyle>
            <a:lvl1pPr marL="0" indent="0" algn="l" defTabSz="685800" rtl="0" eaLnBrk="1" latinLnBrk="0" hangingPunct="1">
              <a:lnSpc>
                <a:spcPct val="90000"/>
              </a:lnSpc>
              <a:spcBef>
                <a:spcPct val="0"/>
              </a:spcBef>
              <a:buNone/>
              <a:defRPr lang="en-US" sz="1600" kern="1200" dirty="0" smtClean="0">
                <a:solidFill>
                  <a:schemeClr val="tx1"/>
                </a:solidFill>
                <a:latin typeface="+mn-lt"/>
                <a:ea typeface="+mj-ea"/>
                <a:cs typeface="+mj-cs"/>
              </a:defRPr>
            </a:lvl1pPr>
          </a:lstStyle>
          <a:p>
            <a:pPr lvl="0"/>
            <a:r>
              <a:rPr lang="ja-JP" altLang="en-US"/>
              <a:t>マスター テキストの書式設定</a:t>
            </a:r>
          </a:p>
        </p:txBody>
      </p:sp>
      <p:sp>
        <p:nvSpPr>
          <p:cNvPr id="5" name="Text Placeholder 20">
            <a:extLst>
              <a:ext uri="{FF2B5EF4-FFF2-40B4-BE49-F238E27FC236}">
                <a16:creationId xmlns:a16="http://schemas.microsoft.com/office/drawing/2014/main" id="{FEC6EFDC-E272-2A1E-3DEF-4FEC62277B19}"/>
              </a:ext>
            </a:extLst>
          </p:cNvPr>
          <p:cNvSpPr>
            <a:spLocks noGrp="1"/>
          </p:cNvSpPr>
          <p:nvPr>
            <p:ph type="body" sz="quarter" idx="15"/>
          </p:nvPr>
        </p:nvSpPr>
        <p:spPr>
          <a:xfrm>
            <a:off x="6280881" y="3974740"/>
            <a:ext cx="2444017" cy="465138"/>
          </a:xfrm>
        </p:spPr>
        <p:txBody>
          <a:bodyPr>
            <a:noAutofit/>
          </a:bodyPr>
          <a:lstStyle>
            <a:lvl1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smtClean="0">
                <a:solidFill>
                  <a:schemeClr val="tx1"/>
                </a:solidFill>
                <a:latin typeface="+mn-lt"/>
                <a:ea typeface="+mn-ea"/>
                <a:cs typeface="+mn-cs"/>
              </a:defRPr>
            </a:lvl1pPr>
            <a:lvl2pPr marL="0" indent="0" algn="l" defTabSz="685800" rtl="0" eaLnBrk="1" latinLnBrk="0" hangingPunct="1">
              <a:lnSpc>
                <a:spcPct val="90000"/>
              </a:lnSpc>
              <a:spcBef>
                <a:spcPts val="750"/>
              </a:spcBef>
              <a:buClr>
                <a:schemeClr val="accent6"/>
              </a:buClr>
              <a:buSzPct val="80000"/>
              <a:buFont typeface="Montserrat" panose="020B0604020202020204" pitchFamily="34" charset="0"/>
              <a:buNone/>
              <a:defRPr lang="en-US" sz="1200" kern="1200" dirty="0">
                <a:solidFill>
                  <a:schemeClr val="tx1"/>
                </a:solidFill>
                <a:latin typeface="+mn-lt"/>
                <a:ea typeface="+mn-ea"/>
                <a:cs typeface="+mn-cs"/>
              </a:defRPr>
            </a:lvl2pPr>
          </a:lstStyle>
          <a:p>
            <a:pPr lvl="0"/>
            <a:r>
              <a:rPr lang="ja-JP" altLang="en-US"/>
              <a:t>マスター テキストの書式設定</a:t>
            </a:r>
          </a:p>
          <a:p>
            <a:pPr lvl="1"/>
            <a:r>
              <a:rPr lang="ja-JP" altLang="en-US"/>
              <a:t>第 </a:t>
            </a:r>
            <a:r>
              <a:rPr lang="en-US" altLang="ja-JP"/>
              <a:t>2 </a:t>
            </a:r>
            <a:r>
              <a:rPr lang="ja-JP" altLang="en-US"/>
              <a:t>レベル</a:t>
            </a:r>
          </a:p>
        </p:txBody>
      </p:sp>
      <p:sp>
        <p:nvSpPr>
          <p:cNvPr id="12" name="Google Shape;642;p44">
            <a:extLst>
              <a:ext uri="{FF2B5EF4-FFF2-40B4-BE49-F238E27FC236}">
                <a16:creationId xmlns:a16="http://schemas.microsoft.com/office/drawing/2014/main" id="{D6776B0D-E950-E8D4-3A26-AC6382B71443}"/>
              </a:ext>
            </a:extLst>
          </p:cNvPr>
          <p:cNvSpPr/>
          <p:nvPr userDrawn="1"/>
        </p:nvSpPr>
        <p:spPr>
          <a:xfrm>
            <a:off x="6176107" y="1238250"/>
            <a:ext cx="366346" cy="279701"/>
          </a:xfrm>
          <a:custGeom>
            <a:avLst/>
            <a:gdLst/>
            <a:ahLst/>
            <a:cxnLst/>
            <a:rect l="l" t="t" r="r" b="b"/>
            <a:pathLst>
              <a:path w="21600" h="21600" extrusionOk="0">
                <a:moveTo>
                  <a:pt x="18042" y="12510"/>
                </a:moveTo>
                <a:cubicBezTo>
                  <a:pt x="18358" y="10854"/>
                  <a:pt x="18783" y="9169"/>
                  <a:pt x="19316" y="7461"/>
                </a:cubicBezTo>
                <a:cubicBezTo>
                  <a:pt x="19850" y="5751"/>
                  <a:pt x="20613" y="3965"/>
                  <a:pt x="21600" y="2099"/>
                </a:cubicBezTo>
                <a:lnTo>
                  <a:pt x="18812" y="0"/>
                </a:lnTo>
                <a:cubicBezTo>
                  <a:pt x="16202" y="3370"/>
                  <a:pt x="14411" y="6374"/>
                  <a:pt x="13443" y="9014"/>
                </a:cubicBezTo>
                <a:cubicBezTo>
                  <a:pt x="12475" y="11657"/>
                  <a:pt x="11990" y="13832"/>
                  <a:pt x="11990" y="15539"/>
                </a:cubicBezTo>
                <a:cubicBezTo>
                  <a:pt x="11990" y="17044"/>
                  <a:pt x="12226" y="18249"/>
                  <a:pt x="12702" y="19153"/>
                </a:cubicBezTo>
                <a:cubicBezTo>
                  <a:pt x="13178" y="20060"/>
                  <a:pt x="13769" y="20696"/>
                  <a:pt x="14481" y="21056"/>
                </a:cubicBezTo>
                <a:cubicBezTo>
                  <a:pt x="15193" y="21417"/>
                  <a:pt x="15886" y="21600"/>
                  <a:pt x="16557" y="21600"/>
                </a:cubicBezTo>
                <a:cubicBezTo>
                  <a:pt x="17863" y="21600"/>
                  <a:pt x="18863" y="21176"/>
                  <a:pt x="19553" y="20316"/>
                </a:cubicBezTo>
                <a:cubicBezTo>
                  <a:pt x="20246" y="19466"/>
                  <a:pt x="20712" y="18416"/>
                  <a:pt x="20948" y="17174"/>
                </a:cubicBezTo>
                <a:cubicBezTo>
                  <a:pt x="21185" y="15928"/>
                  <a:pt x="21245" y="14714"/>
                  <a:pt x="21127" y="13522"/>
                </a:cubicBezTo>
                <a:cubicBezTo>
                  <a:pt x="21127" y="13522"/>
                  <a:pt x="18042" y="12510"/>
                  <a:pt x="18042" y="12510"/>
                </a:cubicBezTo>
                <a:close/>
                <a:moveTo>
                  <a:pt x="9137" y="13522"/>
                </a:moveTo>
                <a:cubicBezTo>
                  <a:pt x="9255" y="14714"/>
                  <a:pt x="9197" y="15928"/>
                  <a:pt x="8958" y="17174"/>
                </a:cubicBezTo>
                <a:cubicBezTo>
                  <a:pt x="8722" y="18416"/>
                  <a:pt x="8256" y="19466"/>
                  <a:pt x="7565" y="20316"/>
                </a:cubicBezTo>
                <a:cubicBezTo>
                  <a:pt x="6873" y="21176"/>
                  <a:pt x="5873" y="21600"/>
                  <a:pt x="4570" y="21600"/>
                </a:cubicBezTo>
                <a:cubicBezTo>
                  <a:pt x="3896" y="21600"/>
                  <a:pt x="3203" y="21417"/>
                  <a:pt x="2494" y="21056"/>
                </a:cubicBezTo>
                <a:cubicBezTo>
                  <a:pt x="1782" y="20696"/>
                  <a:pt x="1188" y="20060"/>
                  <a:pt x="712" y="19153"/>
                </a:cubicBezTo>
                <a:cubicBezTo>
                  <a:pt x="239" y="18249"/>
                  <a:pt x="0" y="17044"/>
                  <a:pt x="0" y="15539"/>
                </a:cubicBezTo>
                <a:cubicBezTo>
                  <a:pt x="0" y="13832"/>
                  <a:pt x="485" y="11657"/>
                  <a:pt x="1453" y="9014"/>
                </a:cubicBezTo>
                <a:cubicBezTo>
                  <a:pt x="2424" y="6374"/>
                  <a:pt x="4212" y="3370"/>
                  <a:pt x="6824" y="0"/>
                </a:cubicBezTo>
                <a:lnTo>
                  <a:pt x="9613" y="2099"/>
                </a:lnTo>
                <a:cubicBezTo>
                  <a:pt x="8623" y="3965"/>
                  <a:pt x="7862" y="5751"/>
                  <a:pt x="7326" y="7461"/>
                </a:cubicBezTo>
                <a:cubicBezTo>
                  <a:pt x="6793" y="9169"/>
                  <a:pt x="6368" y="10854"/>
                  <a:pt x="6052" y="12510"/>
                </a:cubicBezTo>
                <a:cubicBezTo>
                  <a:pt x="6052" y="12510"/>
                  <a:pt x="9137" y="13522"/>
                  <a:pt x="9137" y="13522"/>
                </a:cubicBezTo>
                <a:close/>
              </a:path>
            </a:pathLst>
          </a:custGeom>
          <a:solidFill>
            <a:schemeClr val="accent6"/>
          </a:solidFill>
          <a:ln>
            <a:noFill/>
          </a:ln>
        </p:spPr>
        <p:txBody>
          <a:bodyPr spcFirstLastPara="1" wrap="square" lIns="38100" tIns="38100" rIns="38100" bIns="38100" anchor="ctr" anchorCtr="0">
            <a:noAutofit/>
          </a:bodyPr>
          <a:lstStyle/>
          <a:p>
            <a:pPr marL="0" marR="0" lvl="0" indent="0" algn="l" rtl="0">
              <a:lnSpc>
                <a:spcPct val="100000"/>
              </a:lnSpc>
              <a:spcBef>
                <a:spcPts val="0"/>
              </a:spcBef>
              <a:spcAft>
                <a:spcPts val="0"/>
              </a:spcAft>
              <a:buClr>
                <a:srgbClr val="000000"/>
              </a:buClr>
              <a:buSzPts val="1800"/>
              <a:buFont typeface="Montserrat"/>
              <a:buNone/>
            </a:pPr>
            <a:endParaRPr sz="1800" b="0" i="0" u="none" strike="noStrike" cap="none" dirty="0">
              <a:solidFill>
                <a:schemeClr val="lt1"/>
              </a:solidFill>
              <a:latin typeface="Montserrat"/>
              <a:ea typeface="Montserrat"/>
              <a:cs typeface="Montserrat"/>
              <a:sym typeface="Montserrat"/>
            </a:endParaRPr>
          </a:p>
        </p:txBody>
      </p:sp>
      <p:cxnSp>
        <p:nvCxnSpPr>
          <p:cNvPr id="13" name="Straight Connector 12">
            <a:extLst>
              <a:ext uri="{FF2B5EF4-FFF2-40B4-BE49-F238E27FC236}">
                <a16:creationId xmlns:a16="http://schemas.microsoft.com/office/drawing/2014/main" id="{B5C590C6-62CE-1AC4-5619-585AC162C45C}"/>
              </a:ext>
            </a:extLst>
          </p:cNvPr>
          <p:cNvCxnSpPr>
            <a:cxnSpLocks/>
          </p:cNvCxnSpPr>
          <p:nvPr userDrawn="1"/>
        </p:nvCxnSpPr>
        <p:spPr>
          <a:xfrm>
            <a:off x="6383309" y="3882093"/>
            <a:ext cx="704850" cy="0"/>
          </a:xfrm>
          <a:prstGeom prst="line">
            <a:avLst/>
          </a:prstGeom>
          <a:ln>
            <a:solidFill>
              <a:srgbClr val="6F60AA"/>
            </a:solidFill>
          </a:ln>
        </p:spPr>
        <p:style>
          <a:lnRef idx="2">
            <a:schemeClr val="accent1"/>
          </a:lnRef>
          <a:fillRef idx="0">
            <a:schemeClr val="accent1"/>
          </a:fillRef>
          <a:effectRef idx="1">
            <a:schemeClr val="accent1"/>
          </a:effectRef>
          <a:fontRef idx="minor">
            <a:schemeClr val="tx1"/>
          </a:fontRef>
        </p:style>
      </p:cxnSp>
      <p:sp>
        <p:nvSpPr>
          <p:cNvPr id="14" name="Text Placeholder 9">
            <a:extLst>
              <a:ext uri="{FF2B5EF4-FFF2-40B4-BE49-F238E27FC236}">
                <a16:creationId xmlns:a16="http://schemas.microsoft.com/office/drawing/2014/main" id="{348A98DF-1B92-B885-4575-5A9F69BBAD75}"/>
              </a:ext>
            </a:extLst>
          </p:cNvPr>
          <p:cNvSpPr>
            <a:spLocks noGrp="1"/>
          </p:cNvSpPr>
          <p:nvPr>
            <p:ph type="body" sz="quarter" idx="16"/>
          </p:nvPr>
        </p:nvSpPr>
        <p:spPr>
          <a:xfrm>
            <a:off x="6086650" y="445141"/>
            <a:ext cx="2638250" cy="287338"/>
          </a:xfrm>
        </p:spPr>
        <p:txBody>
          <a:bodyPr>
            <a:noAutofit/>
          </a:bodyPr>
          <a:lstStyle>
            <a:lvl1pPr marL="0" indent="0">
              <a:buNone/>
              <a:defRPr sz="1050"/>
            </a:lvl1pPr>
          </a:lstStyle>
          <a:p>
            <a:pPr lvl="0"/>
            <a:r>
              <a:rPr lang="ja-JP" altLang="en-US"/>
              <a:t>マスター テキストの書式設定</a:t>
            </a:r>
          </a:p>
        </p:txBody>
      </p:sp>
    </p:spTree>
    <p:extLst>
      <p:ext uri="{BB962C8B-B14F-4D97-AF65-F5344CB8AC3E}">
        <p14:creationId xmlns:p14="http://schemas.microsoft.com/office/powerpoint/2010/main" val="124647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mparison">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19097" y="2088107"/>
            <a:ext cx="3987799" cy="2664137"/>
          </a:xfrm>
        </p:spPr>
        <p:txBody>
          <a:bodyPr>
            <a:noAutofit/>
          </a:bodyPr>
          <a:lstStyle>
            <a:lvl1pPr>
              <a:defRPr sz="1600"/>
            </a:lvl1pPr>
            <a:lvl2pPr>
              <a:defRPr sz="1400"/>
            </a:lvl2pPr>
            <a:lvl3pPr>
              <a:defRPr sz="1400"/>
            </a:lvl3pPr>
            <a:lvl4pPr>
              <a:defRPr sz="1100"/>
            </a:lvl4pPr>
            <a:lvl5pPr>
              <a:defRPr sz="105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737100" y="2088108"/>
            <a:ext cx="3987799" cy="2664136"/>
          </a:xfrm>
        </p:spPr>
        <p:txBody>
          <a:bodyPr>
            <a:noAutofit/>
          </a:bodyPr>
          <a:lstStyle>
            <a:lvl1pPr>
              <a:defRPr sz="1600"/>
            </a:lvl1pPr>
            <a:lvl2pPr>
              <a:defRPr sz="1400"/>
            </a:lvl2pPr>
            <a:lvl3pPr>
              <a:defRPr sz="1400"/>
            </a:lvl3pPr>
            <a:lvl4pPr>
              <a:defRPr sz="1100"/>
            </a:lvl4pPr>
            <a:lvl5pPr>
              <a:defRPr sz="105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12" name="Text Placeholder 11">
            <a:extLst>
              <a:ext uri="{FF2B5EF4-FFF2-40B4-BE49-F238E27FC236}">
                <a16:creationId xmlns:a16="http://schemas.microsoft.com/office/drawing/2014/main" id="{EAF27D8D-AC40-2D14-43E2-FC7BFD4F4B95}"/>
              </a:ext>
            </a:extLst>
          </p:cNvPr>
          <p:cNvSpPr>
            <a:spLocks noGrp="1"/>
          </p:cNvSpPr>
          <p:nvPr>
            <p:ph type="body" sz="quarter" idx="13"/>
          </p:nvPr>
        </p:nvSpPr>
        <p:spPr>
          <a:xfrm>
            <a:off x="419099" y="1327979"/>
            <a:ext cx="3987799"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3" name="Text Placeholder 11">
            <a:extLst>
              <a:ext uri="{FF2B5EF4-FFF2-40B4-BE49-F238E27FC236}">
                <a16:creationId xmlns:a16="http://schemas.microsoft.com/office/drawing/2014/main" id="{D05DCBAE-F18B-D8CF-16B6-659CC7139C48}"/>
              </a:ext>
            </a:extLst>
          </p:cNvPr>
          <p:cNvSpPr>
            <a:spLocks noGrp="1"/>
          </p:cNvSpPr>
          <p:nvPr>
            <p:ph type="body" sz="quarter" idx="14"/>
          </p:nvPr>
        </p:nvSpPr>
        <p:spPr>
          <a:xfrm>
            <a:off x="4737100" y="1327979"/>
            <a:ext cx="3987798"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5" name="Freeform: Shape 4">
            <a:extLst>
              <a:ext uri="{FF2B5EF4-FFF2-40B4-BE49-F238E27FC236}">
                <a16:creationId xmlns:a16="http://schemas.microsoft.com/office/drawing/2014/main" id="{6E75178C-A34B-94B2-3511-1D98151DCFD5}"/>
              </a:ext>
            </a:extLst>
          </p:cNvPr>
          <p:cNvSpPr/>
          <p:nvPr userDrawn="1"/>
        </p:nvSpPr>
        <p:spPr>
          <a:xfrm>
            <a:off x="419100" y="1672590"/>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Freeform: Shape 7">
            <a:extLst>
              <a:ext uri="{FF2B5EF4-FFF2-40B4-BE49-F238E27FC236}">
                <a16:creationId xmlns:a16="http://schemas.microsoft.com/office/drawing/2014/main" id="{E1A66DB3-2E90-BBAB-2C75-16AE80FAAF18}"/>
              </a:ext>
            </a:extLst>
          </p:cNvPr>
          <p:cNvSpPr/>
          <p:nvPr userDrawn="1"/>
        </p:nvSpPr>
        <p:spPr>
          <a:xfrm>
            <a:off x="4737100" y="1672590"/>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3228816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2x2">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19097" y="1833666"/>
            <a:ext cx="3987803" cy="1042883"/>
          </a:xfrm>
        </p:spPr>
        <p:txBody>
          <a:bodyPr>
            <a:noAutofit/>
          </a:bodyPr>
          <a:lstStyle>
            <a:lvl1pPr>
              <a:defRPr sz="1200"/>
            </a:lvl1pPr>
            <a:lvl2pPr>
              <a:defRPr sz="1100"/>
            </a:lvl2pPr>
            <a:lvl3pPr>
              <a:defRPr sz="1100"/>
            </a:lvl3pPr>
            <a:lvl4pPr>
              <a:defRPr sz="1000"/>
            </a:lvl4pPr>
            <a:lvl5pPr>
              <a:defRPr sz="9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737096" y="1833667"/>
            <a:ext cx="3987803" cy="1042883"/>
          </a:xfrm>
        </p:spPr>
        <p:txBody>
          <a:bodyPr>
            <a:noAutofit/>
          </a:bodyPr>
          <a:lstStyle>
            <a:lvl1pPr>
              <a:defRPr sz="1200"/>
            </a:lvl1pPr>
            <a:lvl2pPr>
              <a:defRPr sz="1100"/>
            </a:lvl2pPr>
            <a:lvl3pPr>
              <a:defRPr sz="1100"/>
            </a:lvl3pPr>
            <a:lvl4pPr>
              <a:defRPr sz="1000"/>
            </a:lvl4pPr>
            <a:lvl5pPr>
              <a:defRPr sz="9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12" name="Text Placeholder 11">
            <a:extLst>
              <a:ext uri="{FF2B5EF4-FFF2-40B4-BE49-F238E27FC236}">
                <a16:creationId xmlns:a16="http://schemas.microsoft.com/office/drawing/2014/main" id="{EAF27D8D-AC40-2D14-43E2-FC7BFD4F4B95}"/>
              </a:ext>
            </a:extLst>
          </p:cNvPr>
          <p:cNvSpPr>
            <a:spLocks noGrp="1"/>
          </p:cNvSpPr>
          <p:nvPr>
            <p:ph type="body" sz="quarter" idx="13"/>
          </p:nvPr>
        </p:nvSpPr>
        <p:spPr>
          <a:xfrm>
            <a:off x="419100" y="1327979"/>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3" name="Text Placeholder 11">
            <a:extLst>
              <a:ext uri="{FF2B5EF4-FFF2-40B4-BE49-F238E27FC236}">
                <a16:creationId xmlns:a16="http://schemas.microsoft.com/office/drawing/2014/main" id="{D05DCBAE-F18B-D8CF-16B6-659CC7139C48}"/>
              </a:ext>
            </a:extLst>
          </p:cNvPr>
          <p:cNvSpPr>
            <a:spLocks noGrp="1"/>
          </p:cNvSpPr>
          <p:nvPr>
            <p:ph type="body" sz="quarter" idx="14"/>
          </p:nvPr>
        </p:nvSpPr>
        <p:spPr>
          <a:xfrm>
            <a:off x="4737096" y="1327979"/>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1" name="Content Placeholder 2">
            <a:extLst>
              <a:ext uri="{FF2B5EF4-FFF2-40B4-BE49-F238E27FC236}">
                <a16:creationId xmlns:a16="http://schemas.microsoft.com/office/drawing/2014/main" id="{57F8E347-2846-7E20-D0B6-F756FFA8FAF4}"/>
              </a:ext>
            </a:extLst>
          </p:cNvPr>
          <p:cNvSpPr>
            <a:spLocks noGrp="1"/>
          </p:cNvSpPr>
          <p:nvPr>
            <p:ph sz="half" idx="15"/>
          </p:nvPr>
        </p:nvSpPr>
        <p:spPr>
          <a:xfrm>
            <a:off x="419097" y="3514861"/>
            <a:ext cx="3987803" cy="1042883"/>
          </a:xfrm>
        </p:spPr>
        <p:txBody>
          <a:bodyPr>
            <a:noAutofit/>
          </a:bodyPr>
          <a:lstStyle>
            <a:lvl1pPr>
              <a:defRPr sz="1200"/>
            </a:lvl1pPr>
            <a:lvl2pPr>
              <a:defRPr sz="1100"/>
            </a:lvl2pPr>
            <a:lvl3pPr>
              <a:defRPr sz="1100"/>
            </a:lvl3pPr>
            <a:lvl4pPr>
              <a:defRPr sz="1000"/>
            </a:lvl4pPr>
            <a:lvl5pPr>
              <a:defRPr sz="9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Content Placeholder 3">
            <a:extLst>
              <a:ext uri="{FF2B5EF4-FFF2-40B4-BE49-F238E27FC236}">
                <a16:creationId xmlns:a16="http://schemas.microsoft.com/office/drawing/2014/main" id="{6602B9E7-F2D5-438E-0C39-F11AFF20BFE0}"/>
              </a:ext>
            </a:extLst>
          </p:cNvPr>
          <p:cNvSpPr>
            <a:spLocks noGrp="1"/>
          </p:cNvSpPr>
          <p:nvPr>
            <p:ph sz="half" idx="16"/>
          </p:nvPr>
        </p:nvSpPr>
        <p:spPr>
          <a:xfrm>
            <a:off x="4737096" y="3514862"/>
            <a:ext cx="3987803" cy="1042883"/>
          </a:xfrm>
        </p:spPr>
        <p:txBody>
          <a:bodyPr>
            <a:noAutofit/>
          </a:bodyPr>
          <a:lstStyle>
            <a:lvl1pPr>
              <a:defRPr sz="1200"/>
            </a:lvl1pPr>
            <a:lvl2pPr>
              <a:defRPr sz="1100"/>
            </a:lvl2pPr>
            <a:lvl3pPr>
              <a:defRPr sz="1100"/>
            </a:lvl3pPr>
            <a:lvl4pPr>
              <a:defRPr sz="1000"/>
            </a:lvl4pPr>
            <a:lvl5pPr>
              <a:defRPr sz="9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Text Placeholder 11">
            <a:extLst>
              <a:ext uri="{FF2B5EF4-FFF2-40B4-BE49-F238E27FC236}">
                <a16:creationId xmlns:a16="http://schemas.microsoft.com/office/drawing/2014/main" id="{493B6D82-AAB2-EF02-E427-D70733A1026D}"/>
              </a:ext>
            </a:extLst>
          </p:cNvPr>
          <p:cNvSpPr>
            <a:spLocks noGrp="1"/>
          </p:cNvSpPr>
          <p:nvPr>
            <p:ph type="body" sz="quarter" idx="17"/>
          </p:nvPr>
        </p:nvSpPr>
        <p:spPr>
          <a:xfrm>
            <a:off x="419100" y="3009174"/>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8" name="Text Placeholder 11">
            <a:extLst>
              <a:ext uri="{FF2B5EF4-FFF2-40B4-BE49-F238E27FC236}">
                <a16:creationId xmlns:a16="http://schemas.microsoft.com/office/drawing/2014/main" id="{FDC5B94D-B16A-EFFC-4B50-F9C28F02858D}"/>
              </a:ext>
            </a:extLst>
          </p:cNvPr>
          <p:cNvSpPr>
            <a:spLocks noGrp="1"/>
          </p:cNvSpPr>
          <p:nvPr>
            <p:ph type="body" sz="quarter" idx="18"/>
          </p:nvPr>
        </p:nvSpPr>
        <p:spPr>
          <a:xfrm>
            <a:off x="4737096" y="3009174"/>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9" name="Freeform: Shape 18">
            <a:extLst>
              <a:ext uri="{FF2B5EF4-FFF2-40B4-BE49-F238E27FC236}">
                <a16:creationId xmlns:a16="http://schemas.microsoft.com/office/drawing/2014/main" id="{AD906B2F-4C60-D288-B8F9-A34E495455ED}"/>
              </a:ext>
            </a:extLst>
          </p:cNvPr>
          <p:cNvSpPr/>
          <p:nvPr userDrawn="1"/>
        </p:nvSpPr>
        <p:spPr>
          <a:xfrm>
            <a:off x="419100" y="1672590"/>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Freeform: Shape 19">
            <a:extLst>
              <a:ext uri="{FF2B5EF4-FFF2-40B4-BE49-F238E27FC236}">
                <a16:creationId xmlns:a16="http://schemas.microsoft.com/office/drawing/2014/main" id="{76A7451D-5ABB-6219-71C7-E738BDAA2DE5}"/>
              </a:ext>
            </a:extLst>
          </p:cNvPr>
          <p:cNvSpPr/>
          <p:nvPr userDrawn="1"/>
        </p:nvSpPr>
        <p:spPr>
          <a:xfrm>
            <a:off x="4737100" y="1672590"/>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3" name="Freeform: Shape 22">
            <a:extLst>
              <a:ext uri="{FF2B5EF4-FFF2-40B4-BE49-F238E27FC236}">
                <a16:creationId xmlns:a16="http://schemas.microsoft.com/office/drawing/2014/main" id="{D2960BDF-0D81-4FE5-D2EB-56A28E10B56A}"/>
              </a:ext>
            </a:extLst>
          </p:cNvPr>
          <p:cNvSpPr/>
          <p:nvPr userDrawn="1"/>
        </p:nvSpPr>
        <p:spPr>
          <a:xfrm>
            <a:off x="419100" y="3352707"/>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4" name="Freeform: Shape 23">
            <a:extLst>
              <a:ext uri="{FF2B5EF4-FFF2-40B4-BE49-F238E27FC236}">
                <a16:creationId xmlns:a16="http://schemas.microsoft.com/office/drawing/2014/main" id="{F7FE511B-1A41-6370-CB23-BF384542DC68}"/>
              </a:ext>
            </a:extLst>
          </p:cNvPr>
          <p:cNvSpPr/>
          <p:nvPr userDrawn="1"/>
        </p:nvSpPr>
        <p:spPr>
          <a:xfrm>
            <a:off x="4737100" y="3352707"/>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1142944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2752" cy="539496"/>
          </a:xfrm>
        </p:spPr>
        <p:txBody>
          <a:bodyPr lIns="0" tIns="0" rIns="0" bIns="0"/>
          <a:lstStyle>
            <a:lvl1pPr algn="ctr">
              <a:defRPr/>
            </a:lvl1pPr>
          </a:lstStyle>
          <a:p>
            <a:r>
              <a:rPr lang="ja-JP" altLang="en-US"/>
              <a:t>マスター タイトルの書式設定</a:t>
            </a:r>
            <a:endParaRPr lang="en-US" dirty="0"/>
          </a:p>
        </p:txBody>
      </p:sp>
      <p:sp>
        <p:nvSpPr>
          <p:cNvPr id="4" name="Footer Placeholder 3"/>
          <p:cNvSpPr>
            <a:spLocks noGrp="1"/>
          </p:cNvSpPr>
          <p:nvPr>
            <p:ph type="ftr" sz="quarter" idx="11"/>
          </p:nvPr>
        </p:nvSpPr>
        <p:spPr/>
        <p:txBody>
          <a:bodyPr/>
          <a:lstStyle/>
          <a:p>
            <a:r>
              <a:rPr lang="en-US"/>
              <a:t>Nutanix Confidential</a:t>
            </a:r>
          </a:p>
        </p:txBody>
      </p:sp>
      <p:sp>
        <p:nvSpPr>
          <p:cNvPr id="5" name="Slide Number Placeholder 4"/>
          <p:cNvSpPr>
            <a:spLocks noGrp="1"/>
          </p:cNvSpPr>
          <p:nvPr>
            <p:ph type="sldNum" sz="quarter" idx="12"/>
          </p:nvPr>
        </p:nvSpPr>
        <p:spPr/>
        <p:txBody>
          <a:bodyPr/>
          <a:lstStyle/>
          <a:p>
            <a:fld id="{9039307C-AD07-48DD-9A65-4158548F2EA1}" type="slidenum">
              <a:rPr lang="en-US" smtClean="0"/>
              <a:t>‹#›</a:t>
            </a:fld>
            <a:endParaRPr lang="en-US"/>
          </a:p>
        </p:txBody>
      </p:sp>
      <p:sp>
        <p:nvSpPr>
          <p:cNvPr id="11" name="Freeform: Shape 10">
            <a:extLst>
              <a:ext uri="{FF2B5EF4-FFF2-40B4-BE49-F238E27FC236}">
                <a16:creationId xmlns:a16="http://schemas.microsoft.com/office/drawing/2014/main" id="{17A32A2B-E38E-1FBA-9B08-CBA9D6F693FC}"/>
              </a:ext>
            </a:extLst>
          </p:cNvPr>
          <p:cNvSpPr/>
          <p:nvPr userDrawn="1"/>
        </p:nvSpPr>
        <p:spPr>
          <a:xfrm>
            <a:off x="419100" y="952057"/>
            <a:ext cx="8305800" cy="191386"/>
          </a:xfrm>
          <a:custGeom>
            <a:avLst/>
            <a:gdLst>
              <a:gd name="connsiteX0" fmla="*/ 0 w 8304028"/>
              <a:gd name="connsiteY0" fmla="*/ 0 h 191386"/>
              <a:gd name="connsiteX1" fmla="*/ 3965944 w 8304028"/>
              <a:gd name="connsiteY1" fmla="*/ 0 h 191386"/>
              <a:gd name="connsiteX2" fmla="*/ 4157330 w 8304028"/>
              <a:gd name="connsiteY2" fmla="*/ 191386 h 191386"/>
              <a:gd name="connsiteX3" fmla="*/ 4343400 w 8304028"/>
              <a:gd name="connsiteY3" fmla="*/ 5316 h 191386"/>
              <a:gd name="connsiteX4" fmla="*/ 8304028 w 8304028"/>
              <a:gd name="connsiteY4" fmla="*/ 5316 h 1913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04028" h="191386">
                <a:moveTo>
                  <a:pt x="0" y="0"/>
                </a:moveTo>
                <a:lnTo>
                  <a:pt x="3965944" y="0"/>
                </a:lnTo>
                <a:lnTo>
                  <a:pt x="4157330" y="191386"/>
                </a:lnTo>
                <a:lnTo>
                  <a:pt x="4343400" y="5316"/>
                </a:lnTo>
                <a:lnTo>
                  <a:pt x="8304028" y="5316"/>
                </a:lnTo>
              </a:path>
            </a:pathLst>
          </a:custGeom>
          <a:noFill/>
          <a:ln w="952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9683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meline-2">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lstStyle>
            <a:lvl1pPr algn="ctr">
              <a:defRPr/>
            </a:lvl1pPr>
          </a:lstStyle>
          <a:p>
            <a:r>
              <a:rPr lang="ja-JP" altLang="en-US"/>
              <a:t>マスター タイトルの書式設定</a:t>
            </a:r>
            <a:endParaRPr lang="en-US" dirty="0"/>
          </a:p>
        </p:txBody>
      </p:sp>
      <p:sp>
        <p:nvSpPr>
          <p:cNvPr id="4" name="Footer Placeholder 3"/>
          <p:cNvSpPr>
            <a:spLocks noGrp="1"/>
          </p:cNvSpPr>
          <p:nvPr>
            <p:ph type="ftr" sz="quarter" idx="11"/>
          </p:nvPr>
        </p:nvSpPr>
        <p:spPr/>
        <p:txBody>
          <a:bodyPr/>
          <a:lstStyle/>
          <a:p>
            <a:r>
              <a:rPr lang="en-US"/>
              <a:t>Nutanix Confidential</a:t>
            </a:r>
          </a:p>
        </p:txBody>
      </p:sp>
      <p:sp>
        <p:nvSpPr>
          <p:cNvPr id="5" name="Slide Number Placeholder 4"/>
          <p:cNvSpPr>
            <a:spLocks noGrp="1"/>
          </p:cNvSpPr>
          <p:nvPr>
            <p:ph type="sldNum" sz="quarter" idx="12"/>
          </p:nvPr>
        </p:nvSpPr>
        <p:spPr/>
        <p:txBody>
          <a:bodyPr/>
          <a:lstStyle/>
          <a:p>
            <a:fld id="{9039307C-AD07-48DD-9A65-4158548F2EA1}" type="slidenum">
              <a:rPr lang="en-US" smtClean="0"/>
              <a:t>‹#›</a:t>
            </a:fld>
            <a:endParaRPr lang="en-US"/>
          </a:p>
        </p:txBody>
      </p:sp>
      <p:cxnSp>
        <p:nvCxnSpPr>
          <p:cNvPr id="6" name="Straight Connector 5">
            <a:extLst>
              <a:ext uri="{FF2B5EF4-FFF2-40B4-BE49-F238E27FC236}">
                <a16:creationId xmlns:a16="http://schemas.microsoft.com/office/drawing/2014/main" id="{1FF0C328-35DE-A81A-34CD-4F47CC2BDE9E}"/>
              </a:ext>
            </a:extLst>
          </p:cNvPr>
          <p:cNvCxnSpPr/>
          <p:nvPr userDrawn="1"/>
        </p:nvCxnSpPr>
        <p:spPr bwMode="ltGray">
          <a:xfrm>
            <a:off x="4572000" y="1238250"/>
            <a:ext cx="0" cy="3505200"/>
          </a:xfrm>
          <a:prstGeom prst="line">
            <a:avLst/>
          </a:prstGeom>
          <a:ln>
            <a:solidFill>
              <a:srgbClr val="5D5D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0839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lIns="0" tIns="0" rIns="0" bIns="0">
            <a:noAutofit/>
          </a:bodyPr>
          <a:lstStyle/>
          <a:p>
            <a:r>
              <a:rPr lang="ja-JP" altLang="en-US" dirty="0"/>
              <a:t>マスター タイトルの書式設定</a:t>
            </a:r>
            <a:endParaRPr lang="en-US" dirty="0"/>
          </a:p>
        </p:txBody>
      </p:sp>
      <p:sp>
        <p:nvSpPr>
          <p:cNvPr id="4" name="Footer Placeholder 3"/>
          <p:cNvSpPr>
            <a:spLocks noGrp="1"/>
          </p:cNvSpPr>
          <p:nvPr>
            <p:ph type="ftr" sz="quarter" idx="11"/>
          </p:nvPr>
        </p:nvSpPr>
        <p:spPr/>
        <p:txBody>
          <a:bodyPr/>
          <a:lstStyle/>
          <a:p>
            <a:r>
              <a:rPr lang="en-US" dirty="0"/>
              <a:t>Nutanix Confidential</a:t>
            </a:r>
          </a:p>
        </p:txBody>
      </p:sp>
      <p:sp>
        <p:nvSpPr>
          <p:cNvPr id="5" name="Slide Number Placeholder 4"/>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2508474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Nutanix Confidential</a:t>
            </a:r>
          </a:p>
        </p:txBody>
      </p:sp>
      <p:sp>
        <p:nvSpPr>
          <p:cNvPr id="4" name="Slide Number Placeholder 3"/>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1413333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1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6172200" y="0"/>
            <a:ext cx="2971800" cy="502602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5523594" cy="640953"/>
          </a:xfrm>
        </p:spPr>
        <p:txBody>
          <a:bodyPr/>
          <a:lstStyle/>
          <a:p>
            <a:r>
              <a:rPr lang="ja-JP" altLang="en-US" dirty="0"/>
              <a:t>マスター タイトルの書式設定</a:t>
            </a:r>
            <a:endParaRPr lang="en-US" dirty="0"/>
          </a:p>
        </p:txBody>
      </p:sp>
      <p:sp>
        <p:nvSpPr>
          <p:cNvPr id="3" name="Content Placeholder 2"/>
          <p:cNvSpPr>
            <a:spLocks noGrp="1"/>
          </p:cNvSpPr>
          <p:nvPr>
            <p:ph idx="1"/>
          </p:nvPr>
        </p:nvSpPr>
        <p:spPr>
          <a:xfrm>
            <a:off x="329644" y="1241349"/>
            <a:ext cx="5499656" cy="3510895"/>
          </a:xfrm>
        </p:spPr>
        <p:txBody>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859856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3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6172200" y="0"/>
            <a:ext cx="2971800" cy="502602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5523594"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2642156" cy="16352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
        <p:nvSpPr>
          <p:cNvPr id="4" name="Content Placeholder 2">
            <a:extLst>
              <a:ext uri="{FF2B5EF4-FFF2-40B4-BE49-F238E27FC236}">
                <a16:creationId xmlns:a16="http://schemas.microsoft.com/office/drawing/2014/main" id="{A1155857-DF1D-9745-62DF-E53DD66C1884}"/>
              </a:ext>
            </a:extLst>
          </p:cNvPr>
          <p:cNvSpPr>
            <a:spLocks noGrp="1"/>
          </p:cNvSpPr>
          <p:nvPr>
            <p:ph idx="14"/>
          </p:nvPr>
        </p:nvSpPr>
        <p:spPr>
          <a:xfrm>
            <a:off x="3314700" y="1241349"/>
            <a:ext cx="2514601" cy="16352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Content Placeholder 2">
            <a:extLst>
              <a:ext uri="{FF2B5EF4-FFF2-40B4-BE49-F238E27FC236}">
                <a16:creationId xmlns:a16="http://schemas.microsoft.com/office/drawing/2014/main" id="{09EB6498-4AC7-6172-3502-A1C3BFA255C2}"/>
              </a:ext>
            </a:extLst>
          </p:cNvPr>
          <p:cNvSpPr>
            <a:spLocks noGrp="1"/>
          </p:cNvSpPr>
          <p:nvPr>
            <p:ph idx="15"/>
          </p:nvPr>
        </p:nvSpPr>
        <p:spPr>
          <a:xfrm>
            <a:off x="329644" y="3143250"/>
            <a:ext cx="2642156" cy="16089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9" name="Content Placeholder 2">
            <a:extLst>
              <a:ext uri="{FF2B5EF4-FFF2-40B4-BE49-F238E27FC236}">
                <a16:creationId xmlns:a16="http://schemas.microsoft.com/office/drawing/2014/main" id="{8219BC29-C1E9-39A1-3147-153D0E36E0C0}"/>
              </a:ext>
            </a:extLst>
          </p:cNvPr>
          <p:cNvSpPr>
            <a:spLocks noGrp="1"/>
          </p:cNvSpPr>
          <p:nvPr>
            <p:ph idx="16"/>
          </p:nvPr>
        </p:nvSpPr>
        <p:spPr>
          <a:xfrm>
            <a:off x="3314700" y="3143250"/>
            <a:ext cx="2514601" cy="16089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29767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4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6172200" y="0"/>
            <a:ext cx="2971800" cy="502602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5523594"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5499656" cy="16352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2">
            <a:extLst>
              <a:ext uri="{FF2B5EF4-FFF2-40B4-BE49-F238E27FC236}">
                <a16:creationId xmlns:a16="http://schemas.microsoft.com/office/drawing/2014/main" id="{09EB6498-4AC7-6172-3502-A1C3BFA255C2}"/>
              </a:ext>
            </a:extLst>
          </p:cNvPr>
          <p:cNvSpPr>
            <a:spLocks noGrp="1"/>
          </p:cNvSpPr>
          <p:nvPr>
            <p:ph idx="15"/>
          </p:nvPr>
        </p:nvSpPr>
        <p:spPr>
          <a:xfrm>
            <a:off x="329644" y="3143250"/>
            <a:ext cx="5499656" cy="16089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49606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hoto-5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0" y="0"/>
            <a:ext cx="4406900" cy="502602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4636963" y="406797"/>
            <a:ext cx="4087937"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4647047" y="1241349"/>
            <a:ext cx="4077853" cy="35108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descr="A black and white background&#10;&#10;Description automatically generated with medium confidence">
            <a:extLst>
              <a:ext uri="{FF2B5EF4-FFF2-40B4-BE49-F238E27FC236}">
                <a16:creationId xmlns:a16="http://schemas.microsoft.com/office/drawing/2014/main" id="{3F3D6F1B-8224-A96D-D4DF-159A53ADC84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1196722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6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737100" y="1238250"/>
            <a:ext cx="4406900" cy="378777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5523594"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4077256" cy="35108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dirty="0"/>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160564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hoto-6A_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3314700" y="0"/>
            <a:ext cx="5829300" cy="5026025"/>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2666093"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2642156" cy="35108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dirty="0"/>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2457295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hoto-8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737100" y="1241349"/>
            <a:ext cx="4406900" cy="3495354"/>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6" y="406797"/>
            <a:ext cx="8419193"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4077256" cy="16352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2">
            <a:extLst>
              <a:ext uri="{FF2B5EF4-FFF2-40B4-BE49-F238E27FC236}">
                <a16:creationId xmlns:a16="http://schemas.microsoft.com/office/drawing/2014/main" id="{09EB6498-4AC7-6172-3502-A1C3BFA255C2}"/>
              </a:ext>
            </a:extLst>
          </p:cNvPr>
          <p:cNvSpPr>
            <a:spLocks noGrp="1"/>
          </p:cNvSpPr>
          <p:nvPr>
            <p:ph idx="15"/>
          </p:nvPr>
        </p:nvSpPr>
        <p:spPr>
          <a:xfrm>
            <a:off x="329644" y="3143250"/>
            <a:ext cx="4077256" cy="16089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291785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8A_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737100" y="0"/>
            <a:ext cx="4406900" cy="4736703"/>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7" y="406797"/>
            <a:ext cx="4101194"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4077256" cy="163520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
        <p:nvSpPr>
          <p:cNvPr id="8" name="Content Placeholder 2">
            <a:extLst>
              <a:ext uri="{FF2B5EF4-FFF2-40B4-BE49-F238E27FC236}">
                <a16:creationId xmlns:a16="http://schemas.microsoft.com/office/drawing/2014/main" id="{09EB6498-4AC7-6172-3502-A1C3BFA255C2}"/>
              </a:ext>
            </a:extLst>
          </p:cNvPr>
          <p:cNvSpPr>
            <a:spLocks noGrp="1"/>
          </p:cNvSpPr>
          <p:nvPr>
            <p:ph idx="15"/>
          </p:nvPr>
        </p:nvSpPr>
        <p:spPr>
          <a:xfrm>
            <a:off x="329644" y="3143250"/>
            <a:ext cx="4077256" cy="160899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3255020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hoto-9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19100" y="1241349"/>
            <a:ext cx="3987800" cy="3495354"/>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5706" y="406797"/>
            <a:ext cx="8419193"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4646686" y="1241349"/>
            <a:ext cx="4078213" cy="351089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Tree>
    <p:extLst>
      <p:ext uri="{BB962C8B-B14F-4D97-AF65-F5344CB8AC3E}">
        <p14:creationId xmlns:p14="http://schemas.microsoft.com/office/powerpoint/2010/main" val="208146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hoto-10A_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0" y="0"/>
            <a:ext cx="2971800" cy="5026089"/>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214254" y="406797"/>
            <a:ext cx="5517572"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28108" y="1241349"/>
            <a:ext cx="5496792" cy="351089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descr="A black and white background&#10;&#10;Description automatically generated with medium confidence">
            <a:extLst>
              <a:ext uri="{FF2B5EF4-FFF2-40B4-BE49-F238E27FC236}">
                <a16:creationId xmlns:a16="http://schemas.microsoft.com/office/drawing/2014/main" id="{B94B9FA0-F8E6-E814-2B81-C0FC85ED34C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Tree>
    <p:extLst>
      <p:ext uri="{BB962C8B-B14F-4D97-AF65-F5344CB8AC3E}">
        <p14:creationId xmlns:p14="http://schemas.microsoft.com/office/powerpoint/2010/main" val="198456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hoto-11A">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19100" y="3143250"/>
            <a:ext cx="2552700" cy="1593453"/>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1936" y="406797"/>
            <a:ext cx="8421624" cy="640953"/>
          </a:xfrm>
        </p:spPr>
        <p:txBody>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8395256" cy="112777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descr="A black and white background&#10;&#10;Description automatically generated with medium confidence">
            <a:extLst>
              <a:ext uri="{FF2B5EF4-FFF2-40B4-BE49-F238E27FC236}">
                <a16:creationId xmlns:a16="http://schemas.microsoft.com/office/drawing/2014/main" id="{B94B9FA0-F8E6-E814-2B81-C0FC85ED34C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8" name="Picture Placeholder 6">
            <a:extLst>
              <a:ext uri="{FF2B5EF4-FFF2-40B4-BE49-F238E27FC236}">
                <a16:creationId xmlns:a16="http://schemas.microsoft.com/office/drawing/2014/main" id="{6B54539E-6ED2-1473-AD13-53592BA009C0}"/>
              </a:ext>
            </a:extLst>
          </p:cNvPr>
          <p:cNvSpPr>
            <a:spLocks noGrp="1"/>
          </p:cNvSpPr>
          <p:nvPr>
            <p:ph type="pic" sz="quarter" idx="14"/>
          </p:nvPr>
        </p:nvSpPr>
        <p:spPr>
          <a:xfrm>
            <a:off x="3314700" y="3143250"/>
            <a:ext cx="2514600" cy="1593453"/>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9" name="Picture Placeholder 6">
            <a:extLst>
              <a:ext uri="{FF2B5EF4-FFF2-40B4-BE49-F238E27FC236}">
                <a16:creationId xmlns:a16="http://schemas.microsoft.com/office/drawing/2014/main" id="{213C5F30-3296-BEDD-EC16-DA4ECA021B03}"/>
              </a:ext>
            </a:extLst>
          </p:cNvPr>
          <p:cNvSpPr>
            <a:spLocks noGrp="1"/>
          </p:cNvSpPr>
          <p:nvPr>
            <p:ph type="pic" sz="quarter" idx="15"/>
          </p:nvPr>
        </p:nvSpPr>
        <p:spPr>
          <a:xfrm>
            <a:off x="6172200" y="3143250"/>
            <a:ext cx="2552700" cy="1593453"/>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10" name="Content Placeholder 2">
            <a:extLst>
              <a:ext uri="{FF2B5EF4-FFF2-40B4-BE49-F238E27FC236}">
                <a16:creationId xmlns:a16="http://schemas.microsoft.com/office/drawing/2014/main" id="{A0C3DBA9-8036-3188-75EE-AE2D7891BFA8}"/>
              </a:ext>
            </a:extLst>
          </p:cNvPr>
          <p:cNvSpPr>
            <a:spLocks noGrp="1"/>
          </p:cNvSpPr>
          <p:nvPr>
            <p:ph idx="16" hasCustomPrompt="1"/>
          </p:nvPr>
        </p:nvSpPr>
        <p:spPr>
          <a:xfrm>
            <a:off x="329644" y="2583873"/>
            <a:ext cx="2642156" cy="292677"/>
          </a:xfrm>
        </p:spPr>
        <p:txBody>
          <a:bodyPr/>
          <a:lstStyle>
            <a:lvl1pPr marL="0" indent="0">
              <a:buNone/>
              <a:defRPr/>
            </a:lvl1pPr>
          </a:lstStyle>
          <a:p>
            <a:pPr lvl="0"/>
            <a:r>
              <a:rPr lang="en-US" dirty="0"/>
              <a:t>Click to edit text styles</a:t>
            </a:r>
          </a:p>
        </p:txBody>
      </p:sp>
      <p:sp>
        <p:nvSpPr>
          <p:cNvPr id="11" name="Content Placeholder 2">
            <a:extLst>
              <a:ext uri="{FF2B5EF4-FFF2-40B4-BE49-F238E27FC236}">
                <a16:creationId xmlns:a16="http://schemas.microsoft.com/office/drawing/2014/main" id="{6B70C9A1-2686-93B2-330E-4D8EAF4CF06F}"/>
              </a:ext>
            </a:extLst>
          </p:cNvPr>
          <p:cNvSpPr>
            <a:spLocks noGrp="1"/>
          </p:cNvSpPr>
          <p:nvPr>
            <p:ph idx="17" hasCustomPrompt="1"/>
          </p:nvPr>
        </p:nvSpPr>
        <p:spPr>
          <a:xfrm>
            <a:off x="3220048" y="2583873"/>
            <a:ext cx="2642156" cy="292677"/>
          </a:xfrm>
        </p:spPr>
        <p:txBody>
          <a:bodyPr/>
          <a:lstStyle>
            <a:lvl1pPr marL="0" indent="0">
              <a:buNone/>
              <a:defRPr/>
            </a:lvl1pPr>
          </a:lstStyle>
          <a:p>
            <a:pPr lvl="0"/>
            <a:r>
              <a:rPr lang="en-US" dirty="0"/>
              <a:t>Click to edit text styles</a:t>
            </a:r>
          </a:p>
        </p:txBody>
      </p:sp>
      <p:sp>
        <p:nvSpPr>
          <p:cNvPr id="12" name="Content Placeholder 2">
            <a:extLst>
              <a:ext uri="{FF2B5EF4-FFF2-40B4-BE49-F238E27FC236}">
                <a16:creationId xmlns:a16="http://schemas.microsoft.com/office/drawing/2014/main" id="{25C8A21C-01AB-D9F5-8F21-B2909905BF3C}"/>
              </a:ext>
            </a:extLst>
          </p:cNvPr>
          <p:cNvSpPr>
            <a:spLocks noGrp="1"/>
          </p:cNvSpPr>
          <p:nvPr>
            <p:ph idx="18" hasCustomPrompt="1"/>
          </p:nvPr>
        </p:nvSpPr>
        <p:spPr>
          <a:xfrm>
            <a:off x="6081404" y="2583873"/>
            <a:ext cx="2642156" cy="292677"/>
          </a:xfrm>
        </p:spPr>
        <p:txBody>
          <a:bodyPr/>
          <a:lstStyle>
            <a:lvl1pPr marL="0" indent="0">
              <a:buNone/>
              <a:defRPr/>
            </a:lvl1pPr>
          </a:lstStyle>
          <a:p>
            <a:pPr lvl="0"/>
            <a:r>
              <a:rPr lang="en-US" dirty="0"/>
              <a:t>Click to edit text styles</a:t>
            </a:r>
          </a:p>
        </p:txBody>
      </p:sp>
    </p:spTree>
    <p:extLst>
      <p:ext uri="{BB962C8B-B14F-4D97-AF65-F5344CB8AC3E}">
        <p14:creationId xmlns:p14="http://schemas.microsoft.com/office/powerpoint/2010/main" val="373634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hoto-12A">
    <p:spTree>
      <p:nvGrpSpPr>
        <p:cNvPr id="1" name=""/>
        <p:cNvGrpSpPr/>
        <p:nvPr/>
      </p:nvGrpSpPr>
      <p:grpSpPr>
        <a:xfrm>
          <a:off x="0" y="0"/>
          <a:ext cx="0" cy="0"/>
          <a:chOff x="0" y="0"/>
          <a:chExt cx="0" cy="0"/>
        </a:xfrm>
      </p:grpSpPr>
      <p:sp>
        <p:nvSpPr>
          <p:cNvPr id="17" name="Picture Placeholder 6">
            <a:extLst>
              <a:ext uri="{FF2B5EF4-FFF2-40B4-BE49-F238E27FC236}">
                <a16:creationId xmlns:a16="http://schemas.microsoft.com/office/drawing/2014/main" id="{1E949B22-8D9C-BAEE-3C7E-C2058D79DFDF}"/>
              </a:ext>
            </a:extLst>
          </p:cNvPr>
          <p:cNvSpPr>
            <a:spLocks noGrp="1"/>
          </p:cNvSpPr>
          <p:nvPr>
            <p:ph type="pic" sz="quarter" idx="19"/>
          </p:nvPr>
        </p:nvSpPr>
        <p:spPr>
          <a:xfrm>
            <a:off x="6869424" y="2414179"/>
            <a:ext cx="1865001" cy="1746300"/>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7" name="Picture Placeholder 6">
            <a:extLst>
              <a:ext uri="{FF2B5EF4-FFF2-40B4-BE49-F238E27FC236}">
                <a16:creationId xmlns:a16="http://schemas.microsoft.com/office/drawing/2014/main" id="{D62BC266-B952-3E44-74F0-57C6DE693D8A}"/>
              </a:ext>
            </a:extLst>
          </p:cNvPr>
          <p:cNvSpPr>
            <a:spLocks noGrp="1"/>
          </p:cNvSpPr>
          <p:nvPr>
            <p:ph type="pic" sz="quarter" idx="13"/>
          </p:nvPr>
        </p:nvSpPr>
        <p:spPr>
          <a:xfrm>
            <a:off x="419100" y="2414179"/>
            <a:ext cx="1865001" cy="1746300"/>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2" name="Title 1"/>
          <p:cNvSpPr>
            <a:spLocks noGrp="1"/>
          </p:cNvSpPr>
          <p:nvPr>
            <p:ph type="title"/>
          </p:nvPr>
        </p:nvSpPr>
        <p:spPr>
          <a:xfrm>
            <a:off x="301936" y="406797"/>
            <a:ext cx="8421624" cy="640953"/>
          </a:xfrm>
        </p:spPr>
        <p:txBody>
          <a:bodyPr>
            <a:noAutofit/>
          </a:body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8395256" cy="1127778"/>
          </a:xfrm>
        </p:spPr>
        <p:txBody>
          <a:bodyPr>
            <a:no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descr="A black and white background&#10;&#10;Description automatically generated with medium confidence">
            <a:extLst>
              <a:ext uri="{FF2B5EF4-FFF2-40B4-BE49-F238E27FC236}">
                <a16:creationId xmlns:a16="http://schemas.microsoft.com/office/drawing/2014/main" id="{B94B9FA0-F8E6-E814-2B81-C0FC85ED34C7}"/>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8" name="Picture Placeholder 6">
            <a:extLst>
              <a:ext uri="{FF2B5EF4-FFF2-40B4-BE49-F238E27FC236}">
                <a16:creationId xmlns:a16="http://schemas.microsoft.com/office/drawing/2014/main" id="{6B54539E-6ED2-1473-AD13-53592BA009C0}"/>
              </a:ext>
            </a:extLst>
          </p:cNvPr>
          <p:cNvSpPr>
            <a:spLocks noGrp="1"/>
          </p:cNvSpPr>
          <p:nvPr>
            <p:ph type="pic" sz="quarter" idx="14"/>
          </p:nvPr>
        </p:nvSpPr>
        <p:spPr>
          <a:xfrm>
            <a:off x="2543050" y="2414179"/>
            <a:ext cx="1865001" cy="1746300"/>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9" name="Picture Placeholder 6">
            <a:extLst>
              <a:ext uri="{FF2B5EF4-FFF2-40B4-BE49-F238E27FC236}">
                <a16:creationId xmlns:a16="http://schemas.microsoft.com/office/drawing/2014/main" id="{213C5F30-3296-BEDD-EC16-DA4ECA021B03}"/>
              </a:ext>
            </a:extLst>
          </p:cNvPr>
          <p:cNvSpPr>
            <a:spLocks noGrp="1"/>
          </p:cNvSpPr>
          <p:nvPr>
            <p:ph type="pic" sz="quarter" idx="15"/>
          </p:nvPr>
        </p:nvSpPr>
        <p:spPr>
          <a:xfrm>
            <a:off x="4745474" y="2414179"/>
            <a:ext cx="1865001" cy="1746300"/>
          </a:xfrm>
          <a:solidFill>
            <a:schemeClr val="tx1">
              <a:lumMod val="10000"/>
              <a:lumOff val="90000"/>
            </a:schemeClr>
          </a:solidFill>
          <a:ln>
            <a:noFill/>
          </a:ln>
        </p:spPr>
        <p:txBody>
          <a:bodyPr/>
          <a:lstStyle/>
          <a:p>
            <a:r>
              <a:rPr lang="ja-JP" altLang="en-US"/>
              <a:t>アイコンをクリックして図を追加</a:t>
            </a:r>
            <a:endParaRPr lang="en-US"/>
          </a:p>
        </p:txBody>
      </p:sp>
      <p:sp>
        <p:nvSpPr>
          <p:cNvPr id="10" name="Content Placeholder 2">
            <a:extLst>
              <a:ext uri="{FF2B5EF4-FFF2-40B4-BE49-F238E27FC236}">
                <a16:creationId xmlns:a16="http://schemas.microsoft.com/office/drawing/2014/main" id="{A0C3DBA9-8036-3188-75EE-AE2D7891BFA8}"/>
              </a:ext>
            </a:extLst>
          </p:cNvPr>
          <p:cNvSpPr>
            <a:spLocks noGrp="1"/>
          </p:cNvSpPr>
          <p:nvPr>
            <p:ph idx="16" hasCustomPrompt="1"/>
          </p:nvPr>
        </p:nvSpPr>
        <p:spPr>
          <a:xfrm>
            <a:off x="419100" y="4246759"/>
            <a:ext cx="1865001" cy="292677"/>
          </a:xfrm>
        </p:spPr>
        <p:txBody>
          <a:bodyPr>
            <a:noAutofit/>
          </a:bodyPr>
          <a:lstStyle>
            <a:lvl1pPr marL="0" indent="0" algn="ctr">
              <a:buNone/>
              <a:defRPr sz="1200"/>
            </a:lvl1pPr>
          </a:lstStyle>
          <a:p>
            <a:pPr lvl="0"/>
            <a:r>
              <a:rPr lang="en-US" dirty="0"/>
              <a:t>Click to edit text styles</a:t>
            </a:r>
          </a:p>
        </p:txBody>
      </p:sp>
      <p:sp>
        <p:nvSpPr>
          <p:cNvPr id="11" name="Content Placeholder 2">
            <a:extLst>
              <a:ext uri="{FF2B5EF4-FFF2-40B4-BE49-F238E27FC236}">
                <a16:creationId xmlns:a16="http://schemas.microsoft.com/office/drawing/2014/main" id="{6B70C9A1-2686-93B2-330E-4D8EAF4CF06F}"/>
              </a:ext>
            </a:extLst>
          </p:cNvPr>
          <p:cNvSpPr>
            <a:spLocks noGrp="1"/>
          </p:cNvSpPr>
          <p:nvPr>
            <p:ph idx="17" hasCustomPrompt="1"/>
          </p:nvPr>
        </p:nvSpPr>
        <p:spPr>
          <a:xfrm>
            <a:off x="2543050" y="4246759"/>
            <a:ext cx="1863850" cy="292677"/>
          </a:xfrm>
        </p:spPr>
        <p:txBody>
          <a:bodyPr>
            <a:noAutofit/>
          </a:bodyPr>
          <a:lstStyle>
            <a:lvl1pPr marL="0" indent="0" algn="ctr">
              <a:buNone/>
              <a:defRPr sz="1200"/>
            </a:lvl1pPr>
          </a:lstStyle>
          <a:p>
            <a:pPr lvl="0"/>
            <a:r>
              <a:rPr lang="en-US" dirty="0"/>
              <a:t>Click to edit text styles</a:t>
            </a:r>
          </a:p>
        </p:txBody>
      </p:sp>
      <p:sp>
        <p:nvSpPr>
          <p:cNvPr id="12" name="Content Placeholder 2">
            <a:extLst>
              <a:ext uri="{FF2B5EF4-FFF2-40B4-BE49-F238E27FC236}">
                <a16:creationId xmlns:a16="http://schemas.microsoft.com/office/drawing/2014/main" id="{25C8A21C-01AB-D9F5-8F21-B2909905BF3C}"/>
              </a:ext>
            </a:extLst>
          </p:cNvPr>
          <p:cNvSpPr>
            <a:spLocks noGrp="1"/>
          </p:cNvSpPr>
          <p:nvPr>
            <p:ph idx="18" hasCustomPrompt="1"/>
          </p:nvPr>
        </p:nvSpPr>
        <p:spPr>
          <a:xfrm>
            <a:off x="4745474" y="4246759"/>
            <a:ext cx="1863850" cy="292677"/>
          </a:xfrm>
        </p:spPr>
        <p:txBody>
          <a:bodyPr>
            <a:noAutofit/>
          </a:bodyPr>
          <a:lstStyle>
            <a:lvl1pPr marL="0" indent="0" algn="ctr">
              <a:buNone/>
              <a:defRPr sz="1200"/>
            </a:lvl1pPr>
          </a:lstStyle>
          <a:p>
            <a:pPr lvl="0"/>
            <a:r>
              <a:rPr lang="en-US" dirty="0"/>
              <a:t>Click to edit text styles</a:t>
            </a:r>
          </a:p>
        </p:txBody>
      </p:sp>
      <p:sp>
        <p:nvSpPr>
          <p:cNvPr id="18" name="Content Placeholder 2">
            <a:extLst>
              <a:ext uri="{FF2B5EF4-FFF2-40B4-BE49-F238E27FC236}">
                <a16:creationId xmlns:a16="http://schemas.microsoft.com/office/drawing/2014/main" id="{E99BA03C-8F0B-F857-E93B-6BD42F8368E0}"/>
              </a:ext>
            </a:extLst>
          </p:cNvPr>
          <p:cNvSpPr>
            <a:spLocks noGrp="1"/>
          </p:cNvSpPr>
          <p:nvPr>
            <p:ph idx="20" hasCustomPrompt="1"/>
          </p:nvPr>
        </p:nvSpPr>
        <p:spPr>
          <a:xfrm>
            <a:off x="6870575" y="4246759"/>
            <a:ext cx="1863850" cy="292677"/>
          </a:xfrm>
        </p:spPr>
        <p:txBody>
          <a:bodyPr>
            <a:noAutofit/>
          </a:bodyPr>
          <a:lstStyle>
            <a:lvl1pPr marL="0" indent="0" algn="ctr">
              <a:buNone/>
              <a:defRPr sz="1200"/>
            </a:lvl1pPr>
          </a:lstStyle>
          <a:p>
            <a:pPr lvl="0"/>
            <a:r>
              <a:rPr lang="en-US" dirty="0"/>
              <a:t>Click to edit text styles</a:t>
            </a:r>
          </a:p>
        </p:txBody>
      </p:sp>
    </p:spTree>
    <p:extLst>
      <p:ext uri="{BB962C8B-B14F-4D97-AF65-F5344CB8AC3E}">
        <p14:creationId xmlns:p14="http://schemas.microsoft.com/office/powerpoint/2010/main" val="2170271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Nutanix Confidential</a:t>
            </a:r>
          </a:p>
        </p:txBody>
      </p:sp>
      <p:sp>
        <p:nvSpPr>
          <p:cNvPr id="5" name="Slide Number Placeholder 4"/>
          <p:cNvSpPr>
            <a:spLocks noGrp="1"/>
          </p:cNvSpPr>
          <p:nvPr>
            <p:ph type="sldNum" sz="quarter" idx="12"/>
          </p:nvPr>
        </p:nvSpPr>
        <p:spPr/>
        <p:txBody>
          <a:bodyPr/>
          <a:lstStyle/>
          <a:p>
            <a:fld id="{9039307C-AD07-48DD-9A65-4158548F2EA1}" type="slidenum">
              <a:rPr lang="en-US" smtClean="0"/>
              <a:t>‹#›</a:t>
            </a:fld>
            <a:endParaRPr lang="en-US"/>
          </a:p>
        </p:txBody>
      </p:sp>
      <p:sp>
        <p:nvSpPr>
          <p:cNvPr id="7" name="Rectangle 6">
            <a:extLst>
              <a:ext uri="{FF2B5EF4-FFF2-40B4-BE49-F238E27FC236}">
                <a16:creationId xmlns:a16="http://schemas.microsoft.com/office/drawing/2014/main" id="{0FD2A753-7950-4674-0A65-D5E51179C792}"/>
              </a:ext>
            </a:extLst>
          </p:cNvPr>
          <p:cNvSpPr/>
          <p:nvPr userDrawn="1"/>
        </p:nvSpPr>
        <p:spPr>
          <a:xfrm>
            <a:off x="419100" y="400050"/>
            <a:ext cx="8305800" cy="4343400"/>
          </a:xfrm>
          <a:prstGeom prst="rect">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grpSp>
        <p:nvGrpSpPr>
          <p:cNvPr id="20" name="Group 19">
            <a:extLst>
              <a:ext uri="{FF2B5EF4-FFF2-40B4-BE49-F238E27FC236}">
                <a16:creationId xmlns:a16="http://schemas.microsoft.com/office/drawing/2014/main" id="{188C1CD7-A50F-7BC3-E786-D7F8A6CBA380}"/>
              </a:ext>
            </a:extLst>
          </p:cNvPr>
          <p:cNvGrpSpPr/>
          <p:nvPr userDrawn="1"/>
        </p:nvGrpSpPr>
        <p:grpSpPr>
          <a:xfrm>
            <a:off x="1257135" y="400050"/>
            <a:ext cx="6638016" cy="4343400"/>
            <a:chOff x="1257135" y="400050"/>
            <a:chExt cx="6638016" cy="4343400"/>
          </a:xfrm>
        </p:grpSpPr>
        <p:cxnSp>
          <p:nvCxnSpPr>
            <p:cNvPr id="9" name="Straight Connector 8">
              <a:extLst>
                <a:ext uri="{FF2B5EF4-FFF2-40B4-BE49-F238E27FC236}">
                  <a16:creationId xmlns:a16="http://schemas.microsoft.com/office/drawing/2014/main" id="{0D7AF251-A2A6-5B21-DEE4-FAD946F175ED}"/>
                </a:ext>
              </a:extLst>
            </p:cNvPr>
            <p:cNvCxnSpPr/>
            <p:nvPr userDrawn="1"/>
          </p:nvCxnSpPr>
          <p:spPr>
            <a:xfrm>
              <a:off x="1257135"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23C48341-F7F4-FFBD-6F17-57C2829E4F73}"/>
                </a:ext>
              </a:extLst>
            </p:cNvPr>
            <p:cNvCxnSpPr/>
            <p:nvPr userDrawn="1"/>
          </p:nvCxnSpPr>
          <p:spPr>
            <a:xfrm>
              <a:off x="2086887"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079EDAA1-4528-66D1-E95A-2FE59E417D6C}"/>
                </a:ext>
              </a:extLst>
            </p:cNvPr>
            <p:cNvCxnSpPr/>
            <p:nvPr userDrawn="1"/>
          </p:nvCxnSpPr>
          <p:spPr>
            <a:xfrm>
              <a:off x="2916639"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F0659825-F03B-D494-7D7A-95BA31BC80C1}"/>
                </a:ext>
              </a:extLst>
            </p:cNvPr>
            <p:cNvCxnSpPr/>
            <p:nvPr userDrawn="1"/>
          </p:nvCxnSpPr>
          <p:spPr>
            <a:xfrm>
              <a:off x="3746391"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B0E4120-BF7D-AB79-0FEE-6CB8F6ADADA7}"/>
                </a:ext>
              </a:extLst>
            </p:cNvPr>
            <p:cNvCxnSpPr/>
            <p:nvPr userDrawn="1"/>
          </p:nvCxnSpPr>
          <p:spPr>
            <a:xfrm>
              <a:off x="4576143"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12DBFAF1-8C0C-5D94-F8A5-67FF15CF9A83}"/>
                </a:ext>
              </a:extLst>
            </p:cNvPr>
            <p:cNvCxnSpPr/>
            <p:nvPr userDrawn="1"/>
          </p:nvCxnSpPr>
          <p:spPr>
            <a:xfrm>
              <a:off x="5405895"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C088D62E-A81B-E4AE-71BF-F95FF7751A4F}"/>
                </a:ext>
              </a:extLst>
            </p:cNvPr>
            <p:cNvCxnSpPr/>
            <p:nvPr userDrawn="1"/>
          </p:nvCxnSpPr>
          <p:spPr>
            <a:xfrm>
              <a:off x="6235647"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80767295-A93C-FFAB-0E48-2E02D49717AF}"/>
                </a:ext>
              </a:extLst>
            </p:cNvPr>
            <p:cNvCxnSpPr/>
            <p:nvPr userDrawn="1"/>
          </p:nvCxnSpPr>
          <p:spPr>
            <a:xfrm>
              <a:off x="7065399"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90A639F9-8B97-C8E3-ED49-212C79C28B93}"/>
                </a:ext>
              </a:extLst>
            </p:cNvPr>
            <p:cNvCxnSpPr/>
            <p:nvPr userDrawn="1"/>
          </p:nvCxnSpPr>
          <p:spPr>
            <a:xfrm>
              <a:off x="7895151" y="400050"/>
              <a:ext cx="0" cy="434340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29" name="Group 28">
            <a:extLst>
              <a:ext uri="{FF2B5EF4-FFF2-40B4-BE49-F238E27FC236}">
                <a16:creationId xmlns:a16="http://schemas.microsoft.com/office/drawing/2014/main" id="{497C4B9A-F54E-D818-C677-18FB1B9CFFE5}"/>
              </a:ext>
            </a:extLst>
          </p:cNvPr>
          <p:cNvGrpSpPr/>
          <p:nvPr userDrawn="1"/>
        </p:nvGrpSpPr>
        <p:grpSpPr>
          <a:xfrm>
            <a:off x="427383" y="1123536"/>
            <a:ext cx="8297517" cy="2893944"/>
            <a:chOff x="427383" y="1123536"/>
            <a:chExt cx="8297517" cy="2893944"/>
          </a:xfrm>
        </p:grpSpPr>
        <p:cxnSp>
          <p:nvCxnSpPr>
            <p:cNvPr id="22" name="Straight Connector 21">
              <a:extLst>
                <a:ext uri="{FF2B5EF4-FFF2-40B4-BE49-F238E27FC236}">
                  <a16:creationId xmlns:a16="http://schemas.microsoft.com/office/drawing/2014/main" id="{E198D823-2E05-1012-9588-4F1E7A0A7F70}"/>
                </a:ext>
              </a:extLst>
            </p:cNvPr>
            <p:cNvCxnSpPr/>
            <p:nvPr userDrawn="1"/>
          </p:nvCxnSpPr>
          <p:spPr>
            <a:xfrm>
              <a:off x="427383" y="1123536"/>
              <a:ext cx="8297517" cy="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4A4FE338-E57C-9849-475F-EC0F31541123}"/>
                </a:ext>
              </a:extLst>
            </p:cNvPr>
            <p:cNvCxnSpPr/>
            <p:nvPr userDrawn="1"/>
          </p:nvCxnSpPr>
          <p:spPr>
            <a:xfrm>
              <a:off x="427383" y="1847022"/>
              <a:ext cx="8297517" cy="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Straight Connector 24">
              <a:extLst>
                <a:ext uri="{FF2B5EF4-FFF2-40B4-BE49-F238E27FC236}">
                  <a16:creationId xmlns:a16="http://schemas.microsoft.com/office/drawing/2014/main" id="{6EDA7B73-9B5C-BDD0-18E4-B780B52480B4}"/>
                </a:ext>
              </a:extLst>
            </p:cNvPr>
            <p:cNvCxnSpPr/>
            <p:nvPr userDrawn="1"/>
          </p:nvCxnSpPr>
          <p:spPr>
            <a:xfrm>
              <a:off x="427383" y="2570508"/>
              <a:ext cx="8297517" cy="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DCEF274A-C0C5-5CB7-A7F2-F9A9C3C476AE}"/>
                </a:ext>
              </a:extLst>
            </p:cNvPr>
            <p:cNvCxnSpPr/>
            <p:nvPr userDrawn="1"/>
          </p:nvCxnSpPr>
          <p:spPr>
            <a:xfrm>
              <a:off x="427383" y="3293994"/>
              <a:ext cx="8297517" cy="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8A4404A1-07D9-9DD4-64DE-11F746176B8E}"/>
                </a:ext>
              </a:extLst>
            </p:cNvPr>
            <p:cNvCxnSpPr/>
            <p:nvPr userDrawn="1"/>
          </p:nvCxnSpPr>
          <p:spPr>
            <a:xfrm>
              <a:off x="427383" y="4017480"/>
              <a:ext cx="8297517" cy="0"/>
            </a:xfrm>
            <a:prstGeom prst="line">
              <a:avLst/>
            </a:prstGeom>
            <a:noFill/>
            <a:ln w="9525">
              <a:solidFill>
                <a:srgbClr val="D8D8D8"/>
              </a:solidFill>
            </a:ln>
          </p:spPr>
          <p:style>
            <a:lnRef idx="2">
              <a:schemeClr val="accent1">
                <a:shade val="15000"/>
              </a:schemeClr>
            </a:lnRef>
            <a:fillRef idx="1">
              <a:schemeClr val="accent1"/>
            </a:fillRef>
            <a:effectRef idx="0">
              <a:schemeClr val="accent1"/>
            </a:effectRef>
            <a:fontRef idx="minor">
              <a:schemeClr val="lt1"/>
            </a:fontRef>
          </p:style>
        </p:cxnSp>
      </p:grpSp>
      <p:sp>
        <p:nvSpPr>
          <p:cNvPr id="31" name="Text Placeholder 30">
            <a:extLst>
              <a:ext uri="{FF2B5EF4-FFF2-40B4-BE49-F238E27FC236}">
                <a16:creationId xmlns:a16="http://schemas.microsoft.com/office/drawing/2014/main" id="{364447B5-BF0F-80CF-EBE9-EABC80958D81}"/>
              </a:ext>
            </a:extLst>
          </p:cNvPr>
          <p:cNvSpPr>
            <a:spLocks noGrp="1"/>
          </p:cNvSpPr>
          <p:nvPr>
            <p:ph type="body" sz="quarter" idx="13"/>
          </p:nvPr>
        </p:nvSpPr>
        <p:spPr>
          <a:xfrm>
            <a:off x="421480"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2" name="Text Placeholder 30">
            <a:extLst>
              <a:ext uri="{FF2B5EF4-FFF2-40B4-BE49-F238E27FC236}">
                <a16:creationId xmlns:a16="http://schemas.microsoft.com/office/drawing/2014/main" id="{EE428D09-3D17-F7A6-89DA-96EBF68F1413}"/>
              </a:ext>
            </a:extLst>
          </p:cNvPr>
          <p:cNvSpPr>
            <a:spLocks noGrp="1"/>
          </p:cNvSpPr>
          <p:nvPr>
            <p:ph type="body" sz="quarter" idx="14"/>
          </p:nvPr>
        </p:nvSpPr>
        <p:spPr>
          <a:xfrm>
            <a:off x="1257135"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3" name="Text Placeholder 30">
            <a:extLst>
              <a:ext uri="{FF2B5EF4-FFF2-40B4-BE49-F238E27FC236}">
                <a16:creationId xmlns:a16="http://schemas.microsoft.com/office/drawing/2014/main" id="{611B6A23-43EF-24E2-8EFD-208BEAD85595}"/>
              </a:ext>
            </a:extLst>
          </p:cNvPr>
          <p:cNvSpPr>
            <a:spLocks noGrp="1"/>
          </p:cNvSpPr>
          <p:nvPr>
            <p:ph type="body" sz="quarter" idx="15"/>
          </p:nvPr>
        </p:nvSpPr>
        <p:spPr>
          <a:xfrm>
            <a:off x="2086121"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4" name="Text Placeholder 30">
            <a:extLst>
              <a:ext uri="{FF2B5EF4-FFF2-40B4-BE49-F238E27FC236}">
                <a16:creationId xmlns:a16="http://schemas.microsoft.com/office/drawing/2014/main" id="{13E70D99-FBC4-4887-CD80-B047FBF58562}"/>
              </a:ext>
            </a:extLst>
          </p:cNvPr>
          <p:cNvSpPr>
            <a:spLocks noGrp="1"/>
          </p:cNvSpPr>
          <p:nvPr>
            <p:ph type="body" sz="quarter" idx="16"/>
          </p:nvPr>
        </p:nvSpPr>
        <p:spPr>
          <a:xfrm>
            <a:off x="2910991"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5" name="Text Placeholder 30">
            <a:extLst>
              <a:ext uri="{FF2B5EF4-FFF2-40B4-BE49-F238E27FC236}">
                <a16:creationId xmlns:a16="http://schemas.microsoft.com/office/drawing/2014/main" id="{614E9546-660F-6830-4A42-AC5770591FE6}"/>
              </a:ext>
            </a:extLst>
          </p:cNvPr>
          <p:cNvSpPr>
            <a:spLocks noGrp="1"/>
          </p:cNvSpPr>
          <p:nvPr>
            <p:ph type="body" sz="quarter" idx="17"/>
          </p:nvPr>
        </p:nvSpPr>
        <p:spPr>
          <a:xfrm>
            <a:off x="3746646"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6" name="Text Placeholder 30">
            <a:extLst>
              <a:ext uri="{FF2B5EF4-FFF2-40B4-BE49-F238E27FC236}">
                <a16:creationId xmlns:a16="http://schemas.microsoft.com/office/drawing/2014/main" id="{180487B7-BC81-2191-77EA-2CFDC5B7A73C}"/>
              </a:ext>
            </a:extLst>
          </p:cNvPr>
          <p:cNvSpPr>
            <a:spLocks noGrp="1"/>
          </p:cNvSpPr>
          <p:nvPr>
            <p:ph type="body" sz="quarter" idx="18"/>
          </p:nvPr>
        </p:nvSpPr>
        <p:spPr>
          <a:xfrm>
            <a:off x="4575632"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7" name="Text Placeholder 30">
            <a:extLst>
              <a:ext uri="{FF2B5EF4-FFF2-40B4-BE49-F238E27FC236}">
                <a16:creationId xmlns:a16="http://schemas.microsoft.com/office/drawing/2014/main" id="{B0C81D01-9B44-F4C6-1110-11F4D06489C0}"/>
              </a:ext>
            </a:extLst>
          </p:cNvPr>
          <p:cNvSpPr>
            <a:spLocks noGrp="1"/>
          </p:cNvSpPr>
          <p:nvPr>
            <p:ph type="body" sz="quarter" idx="19"/>
          </p:nvPr>
        </p:nvSpPr>
        <p:spPr>
          <a:xfrm>
            <a:off x="5404507"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8" name="Text Placeholder 30">
            <a:extLst>
              <a:ext uri="{FF2B5EF4-FFF2-40B4-BE49-F238E27FC236}">
                <a16:creationId xmlns:a16="http://schemas.microsoft.com/office/drawing/2014/main" id="{58A31EEC-1DCA-17F6-FC5A-DA33CFEE9DE5}"/>
              </a:ext>
            </a:extLst>
          </p:cNvPr>
          <p:cNvSpPr>
            <a:spLocks noGrp="1"/>
          </p:cNvSpPr>
          <p:nvPr>
            <p:ph type="body" sz="quarter" idx="20"/>
          </p:nvPr>
        </p:nvSpPr>
        <p:spPr>
          <a:xfrm>
            <a:off x="6240162"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39" name="Text Placeholder 30">
            <a:extLst>
              <a:ext uri="{FF2B5EF4-FFF2-40B4-BE49-F238E27FC236}">
                <a16:creationId xmlns:a16="http://schemas.microsoft.com/office/drawing/2014/main" id="{AE5F4408-3584-791A-92F3-79BA002FF4D6}"/>
              </a:ext>
            </a:extLst>
          </p:cNvPr>
          <p:cNvSpPr>
            <a:spLocks noGrp="1"/>
          </p:cNvSpPr>
          <p:nvPr>
            <p:ph type="body" sz="quarter" idx="21"/>
          </p:nvPr>
        </p:nvSpPr>
        <p:spPr>
          <a:xfrm>
            <a:off x="7069148"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0" name="Text Placeholder 30">
            <a:extLst>
              <a:ext uri="{FF2B5EF4-FFF2-40B4-BE49-F238E27FC236}">
                <a16:creationId xmlns:a16="http://schemas.microsoft.com/office/drawing/2014/main" id="{DC83D192-23B8-D1EE-2FD6-E05ACFF07213}"/>
              </a:ext>
            </a:extLst>
          </p:cNvPr>
          <p:cNvSpPr>
            <a:spLocks noGrp="1"/>
          </p:cNvSpPr>
          <p:nvPr>
            <p:ph type="body" sz="quarter" idx="22"/>
          </p:nvPr>
        </p:nvSpPr>
        <p:spPr>
          <a:xfrm>
            <a:off x="7895103" y="1033272"/>
            <a:ext cx="830263"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1" name="Text Placeholder 30">
            <a:extLst>
              <a:ext uri="{FF2B5EF4-FFF2-40B4-BE49-F238E27FC236}">
                <a16:creationId xmlns:a16="http://schemas.microsoft.com/office/drawing/2014/main" id="{F27EDD1F-D74D-23AA-17CC-01C53D57143D}"/>
              </a:ext>
            </a:extLst>
          </p:cNvPr>
          <p:cNvSpPr>
            <a:spLocks noGrp="1"/>
          </p:cNvSpPr>
          <p:nvPr>
            <p:ph type="body" sz="quarter" idx="23"/>
          </p:nvPr>
        </p:nvSpPr>
        <p:spPr>
          <a:xfrm>
            <a:off x="421479"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2" name="Text Placeholder 30">
            <a:extLst>
              <a:ext uri="{FF2B5EF4-FFF2-40B4-BE49-F238E27FC236}">
                <a16:creationId xmlns:a16="http://schemas.microsoft.com/office/drawing/2014/main" id="{8A0BC338-8A54-4E5D-855F-593D2EBDC575}"/>
              </a:ext>
            </a:extLst>
          </p:cNvPr>
          <p:cNvSpPr>
            <a:spLocks noGrp="1"/>
          </p:cNvSpPr>
          <p:nvPr>
            <p:ph type="body" sz="quarter" idx="24"/>
          </p:nvPr>
        </p:nvSpPr>
        <p:spPr>
          <a:xfrm>
            <a:off x="1257134"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3" name="Text Placeholder 30">
            <a:extLst>
              <a:ext uri="{FF2B5EF4-FFF2-40B4-BE49-F238E27FC236}">
                <a16:creationId xmlns:a16="http://schemas.microsoft.com/office/drawing/2014/main" id="{2EADD634-EBCC-FFD1-A4BE-C394EDE801E0}"/>
              </a:ext>
            </a:extLst>
          </p:cNvPr>
          <p:cNvSpPr>
            <a:spLocks noGrp="1"/>
          </p:cNvSpPr>
          <p:nvPr>
            <p:ph type="body" sz="quarter" idx="25"/>
          </p:nvPr>
        </p:nvSpPr>
        <p:spPr>
          <a:xfrm>
            <a:off x="2086120"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4" name="Text Placeholder 30">
            <a:extLst>
              <a:ext uri="{FF2B5EF4-FFF2-40B4-BE49-F238E27FC236}">
                <a16:creationId xmlns:a16="http://schemas.microsoft.com/office/drawing/2014/main" id="{99EB1E00-D751-8395-83FB-090DDFEEA414}"/>
              </a:ext>
            </a:extLst>
          </p:cNvPr>
          <p:cNvSpPr>
            <a:spLocks noGrp="1"/>
          </p:cNvSpPr>
          <p:nvPr>
            <p:ph type="body" sz="quarter" idx="26"/>
          </p:nvPr>
        </p:nvSpPr>
        <p:spPr>
          <a:xfrm>
            <a:off x="2910990"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5" name="Text Placeholder 30">
            <a:extLst>
              <a:ext uri="{FF2B5EF4-FFF2-40B4-BE49-F238E27FC236}">
                <a16:creationId xmlns:a16="http://schemas.microsoft.com/office/drawing/2014/main" id="{240A49EB-EE61-28A0-BCDE-5894FC8BCCD3}"/>
              </a:ext>
            </a:extLst>
          </p:cNvPr>
          <p:cNvSpPr>
            <a:spLocks noGrp="1"/>
          </p:cNvSpPr>
          <p:nvPr>
            <p:ph type="body" sz="quarter" idx="27"/>
          </p:nvPr>
        </p:nvSpPr>
        <p:spPr>
          <a:xfrm>
            <a:off x="3746645"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6" name="Text Placeholder 30">
            <a:extLst>
              <a:ext uri="{FF2B5EF4-FFF2-40B4-BE49-F238E27FC236}">
                <a16:creationId xmlns:a16="http://schemas.microsoft.com/office/drawing/2014/main" id="{C54F4DB5-05AA-274C-869D-10B27446CB35}"/>
              </a:ext>
            </a:extLst>
          </p:cNvPr>
          <p:cNvSpPr>
            <a:spLocks noGrp="1"/>
          </p:cNvSpPr>
          <p:nvPr>
            <p:ph type="body" sz="quarter" idx="28"/>
          </p:nvPr>
        </p:nvSpPr>
        <p:spPr>
          <a:xfrm>
            <a:off x="4575631"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7" name="Text Placeholder 30">
            <a:extLst>
              <a:ext uri="{FF2B5EF4-FFF2-40B4-BE49-F238E27FC236}">
                <a16:creationId xmlns:a16="http://schemas.microsoft.com/office/drawing/2014/main" id="{1EFB9AD1-DEFB-952C-84CD-201AB04D7840}"/>
              </a:ext>
            </a:extLst>
          </p:cNvPr>
          <p:cNvSpPr>
            <a:spLocks noGrp="1"/>
          </p:cNvSpPr>
          <p:nvPr>
            <p:ph type="body" sz="quarter" idx="29"/>
          </p:nvPr>
        </p:nvSpPr>
        <p:spPr>
          <a:xfrm>
            <a:off x="5404506"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8" name="Text Placeholder 30">
            <a:extLst>
              <a:ext uri="{FF2B5EF4-FFF2-40B4-BE49-F238E27FC236}">
                <a16:creationId xmlns:a16="http://schemas.microsoft.com/office/drawing/2014/main" id="{84F9FDEE-5674-3F17-DD49-C31FA0E3CFB1}"/>
              </a:ext>
            </a:extLst>
          </p:cNvPr>
          <p:cNvSpPr>
            <a:spLocks noGrp="1"/>
          </p:cNvSpPr>
          <p:nvPr>
            <p:ph type="body" sz="quarter" idx="30"/>
          </p:nvPr>
        </p:nvSpPr>
        <p:spPr>
          <a:xfrm>
            <a:off x="6240161"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49" name="Text Placeholder 30">
            <a:extLst>
              <a:ext uri="{FF2B5EF4-FFF2-40B4-BE49-F238E27FC236}">
                <a16:creationId xmlns:a16="http://schemas.microsoft.com/office/drawing/2014/main" id="{716BEF2E-B992-8669-FCB1-5BF4703C9C59}"/>
              </a:ext>
            </a:extLst>
          </p:cNvPr>
          <p:cNvSpPr>
            <a:spLocks noGrp="1"/>
          </p:cNvSpPr>
          <p:nvPr>
            <p:ph type="body" sz="quarter" idx="31"/>
          </p:nvPr>
        </p:nvSpPr>
        <p:spPr>
          <a:xfrm>
            <a:off x="7069147"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0" name="Text Placeholder 30">
            <a:extLst>
              <a:ext uri="{FF2B5EF4-FFF2-40B4-BE49-F238E27FC236}">
                <a16:creationId xmlns:a16="http://schemas.microsoft.com/office/drawing/2014/main" id="{FA670F14-4B8C-29B3-73B3-F0CA832AB9A4}"/>
              </a:ext>
            </a:extLst>
          </p:cNvPr>
          <p:cNvSpPr>
            <a:spLocks noGrp="1"/>
          </p:cNvSpPr>
          <p:nvPr>
            <p:ph type="body" sz="quarter" idx="32"/>
          </p:nvPr>
        </p:nvSpPr>
        <p:spPr>
          <a:xfrm>
            <a:off x="7895102" y="1764792"/>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1" name="Text Placeholder 30">
            <a:extLst>
              <a:ext uri="{FF2B5EF4-FFF2-40B4-BE49-F238E27FC236}">
                <a16:creationId xmlns:a16="http://schemas.microsoft.com/office/drawing/2014/main" id="{431E5206-8681-EFCC-2540-B94B83FC8B4F}"/>
              </a:ext>
            </a:extLst>
          </p:cNvPr>
          <p:cNvSpPr>
            <a:spLocks noGrp="1"/>
          </p:cNvSpPr>
          <p:nvPr>
            <p:ph type="body" sz="quarter" idx="33"/>
          </p:nvPr>
        </p:nvSpPr>
        <p:spPr>
          <a:xfrm>
            <a:off x="421479"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2" name="Text Placeholder 30">
            <a:extLst>
              <a:ext uri="{FF2B5EF4-FFF2-40B4-BE49-F238E27FC236}">
                <a16:creationId xmlns:a16="http://schemas.microsoft.com/office/drawing/2014/main" id="{5CE0C548-AA30-FCDA-C074-8F4E6B8B95EA}"/>
              </a:ext>
            </a:extLst>
          </p:cNvPr>
          <p:cNvSpPr>
            <a:spLocks noGrp="1"/>
          </p:cNvSpPr>
          <p:nvPr>
            <p:ph type="body" sz="quarter" idx="34"/>
          </p:nvPr>
        </p:nvSpPr>
        <p:spPr>
          <a:xfrm>
            <a:off x="1257134"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3" name="Text Placeholder 30">
            <a:extLst>
              <a:ext uri="{FF2B5EF4-FFF2-40B4-BE49-F238E27FC236}">
                <a16:creationId xmlns:a16="http://schemas.microsoft.com/office/drawing/2014/main" id="{116B9F7F-FADF-12F6-A582-A25A6B7DBEE4}"/>
              </a:ext>
            </a:extLst>
          </p:cNvPr>
          <p:cNvSpPr>
            <a:spLocks noGrp="1"/>
          </p:cNvSpPr>
          <p:nvPr>
            <p:ph type="body" sz="quarter" idx="35"/>
          </p:nvPr>
        </p:nvSpPr>
        <p:spPr>
          <a:xfrm>
            <a:off x="2086120"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4" name="Text Placeholder 30">
            <a:extLst>
              <a:ext uri="{FF2B5EF4-FFF2-40B4-BE49-F238E27FC236}">
                <a16:creationId xmlns:a16="http://schemas.microsoft.com/office/drawing/2014/main" id="{BBE50C03-6A0B-CFC6-00AE-EB9DE2C45CBA}"/>
              </a:ext>
            </a:extLst>
          </p:cNvPr>
          <p:cNvSpPr>
            <a:spLocks noGrp="1"/>
          </p:cNvSpPr>
          <p:nvPr>
            <p:ph type="body" sz="quarter" idx="36"/>
          </p:nvPr>
        </p:nvSpPr>
        <p:spPr>
          <a:xfrm>
            <a:off x="2910990"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5" name="Text Placeholder 30">
            <a:extLst>
              <a:ext uri="{FF2B5EF4-FFF2-40B4-BE49-F238E27FC236}">
                <a16:creationId xmlns:a16="http://schemas.microsoft.com/office/drawing/2014/main" id="{77411A6E-770A-B287-2A84-61216AB31325}"/>
              </a:ext>
            </a:extLst>
          </p:cNvPr>
          <p:cNvSpPr>
            <a:spLocks noGrp="1"/>
          </p:cNvSpPr>
          <p:nvPr>
            <p:ph type="body" sz="quarter" idx="37"/>
          </p:nvPr>
        </p:nvSpPr>
        <p:spPr>
          <a:xfrm>
            <a:off x="3746645"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6" name="Text Placeholder 30">
            <a:extLst>
              <a:ext uri="{FF2B5EF4-FFF2-40B4-BE49-F238E27FC236}">
                <a16:creationId xmlns:a16="http://schemas.microsoft.com/office/drawing/2014/main" id="{4EE79824-BE5C-0525-7C34-590DF03C1A6E}"/>
              </a:ext>
            </a:extLst>
          </p:cNvPr>
          <p:cNvSpPr>
            <a:spLocks noGrp="1"/>
          </p:cNvSpPr>
          <p:nvPr>
            <p:ph type="body" sz="quarter" idx="38"/>
          </p:nvPr>
        </p:nvSpPr>
        <p:spPr>
          <a:xfrm>
            <a:off x="4575631"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7" name="Text Placeholder 30">
            <a:extLst>
              <a:ext uri="{FF2B5EF4-FFF2-40B4-BE49-F238E27FC236}">
                <a16:creationId xmlns:a16="http://schemas.microsoft.com/office/drawing/2014/main" id="{73EBF7D4-CDD3-42CE-0F6E-469851876232}"/>
              </a:ext>
            </a:extLst>
          </p:cNvPr>
          <p:cNvSpPr>
            <a:spLocks noGrp="1"/>
          </p:cNvSpPr>
          <p:nvPr>
            <p:ph type="body" sz="quarter" idx="39"/>
          </p:nvPr>
        </p:nvSpPr>
        <p:spPr>
          <a:xfrm>
            <a:off x="5404506"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8" name="Text Placeholder 30">
            <a:extLst>
              <a:ext uri="{FF2B5EF4-FFF2-40B4-BE49-F238E27FC236}">
                <a16:creationId xmlns:a16="http://schemas.microsoft.com/office/drawing/2014/main" id="{870452D6-6C4E-3BAD-AF17-59A332D8A0E4}"/>
              </a:ext>
            </a:extLst>
          </p:cNvPr>
          <p:cNvSpPr>
            <a:spLocks noGrp="1"/>
          </p:cNvSpPr>
          <p:nvPr>
            <p:ph type="body" sz="quarter" idx="40"/>
          </p:nvPr>
        </p:nvSpPr>
        <p:spPr>
          <a:xfrm>
            <a:off x="6240161"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59" name="Text Placeholder 30">
            <a:extLst>
              <a:ext uri="{FF2B5EF4-FFF2-40B4-BE49-F238E27FC236}">
                <a16:creationId xmlns:a16="http://schemas.microsoft.com/office/drawing/2014/main" id="{E2D8F8DD-2BA9-B824-08C7-C9F98BE18E6F}"/>
              </a:ext>
            </a:extLst>
          </p:cNvPr>
          <p:cNvSpPr>
            <a:spLocks noGrp="1"/>
          </p:cNvSpPr>
          <p:nvPr>
            <p:ph type="body" sz="quarter" idx="41"/>
          </p:nvPr>
        </p:nvSpPr>
        <p:spPr>
          <a:xfrm>
            <a:off x="7069147"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0" name="Text Placeholder 30">
            <a:extLst>
              <a:ext uri="{FF2B5EF4-FFF2-40B4-BE49-F238E27FC236}">
                <a16:creationId xmlns:a16="http://schemas.microsoft.com/office/drawing/2014/main" id="{D30E0EDF-EA45-69C8-7D06-DFE0927316FF}"/>
              </a:ext>
            </a:extLst>
          </p:cNvPr>
          <p:cNvSpPr>
            <a:spLocks noGrp="1"/>
          </p:cNvSpPr>
          <p:nvPr>
            <p:ph type="body" sz="quarter" idx="42"/>
          </p:nvPr>
        </p:nvSpPr>
        <p:spPr>
          <a:xfrm>
            <a:off x="7895102" y="2468880"/>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1" name="Text Placeholder 30">
            <a:extLst>
              <a:ext uri="{FF2B5EF4-FFF2-40B4-BE49-F238E27FC236}">
                <a16:creationId xmlns:a16="http://schemas.microsoft.com/office/drawing/2014/main" id="{5CED9B06-8857-9405-9328-6E8837D05729}"/>
              </a:ext>
            </a:extLst>
          </p:cNvPr>
          <p:cNvSpPr>
            <a:spLocks noGrp="1"/>
          </p:cNvSpPr>
          <p:nvPr>
            <p:ph type="body" sz="quarter" idx="43"/>
          </p:nvPr>
        </p:nvSpPr>
        <p:spPr>
          <a:xfrm>
            <a:off x="421479"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2" name="Text Placeholder 30">
            <a:extLst>
              <a:ext uri="{FF2B5EF4-FFF2-40B4-BE49-F238E27FC236}">
                <a16:creationId xmlns:a16="http://schemas.microsoft.com/office/drawing/2014/main" id="{3B17B5E9-A8DC-EDE8-CB7B-4E9F0492967B}"/>
              </a:ext>
            </a:extLst>
          </p:cNvPr>
          <p:cNvSpPr>
            <a:spLocks noGrp="1"/>
          </p:cNvSpPr>
          <p:nvPr>
            <p:ph type="body" sz="quarter" idx="44"/>
          </p:nvPr>
        </p:nvSpPr>
        <p:spPr>
          <a:xfrm>
            <a:off x="1257134"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3" name="Text Placeholder 30">
            <a:extLst>
              <a:ext uri="{FF2B5EF4-FFF2-40B4-BE49-F238E27FC236}">
                <a16:creationId xmlns:a16="http://schemas.microsoft.com/office/drawing/2014/main" id="{857AA45C-6222-D602-FF97-4384E24F6829}"/>
              </a:ext>
            </a:extLst>
          </p:cNvPr>
          <p:cNvSpPr>
            <a:spLocks noGrp="1"/>
          </p:cNvSpPr>
          <p:nvPr>
            <p:ph type="body" sz="quarter" idx="45"/>
          </p:nvPr>
        </p:nvSpPr>
        <p:spPr>
          <a:xfrm>
            <a:off x="2086120"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4" name="Text Placeholder 30">
            <a:extLst>
              <a:ext uri="{FF2B5EF4-FFF2-40B4-BE49-F238E27FC236}">
                <a16:creationId xmlns:a16="http://schemas.microsoft.com/office/drawing/2014/main" id="{D5DD31FD-FA8C-50A1-0CD8-C4D7C2291A17}"/>
              </a:ext>
            </a:extLst>
          </p:cNvPr>
          <p:cNvSpPr>
            <a:spLocks noGrp="1"/>
          </p:cNvSpPr>
          <p:nvPr>
            <p:ph type="body" sz="quarter" idx="46"/>
          </p:nvPr>
        </p:nvSpPr>
        <p:spPr>
          <a:xfrm>
            <a:off x="2910990"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5" name="Text Placeholder 30">
            <a:extLst>
              <a:ext uri="{FF2B5EF4-FFF2-40B4-BE49-F238E27FC236}">
                <a16:creationId xmlns:a16="http://schemas.microsoft.com/office/drawing/2014/main" id="{C5BE9FF2-6D02-3306-E5E8-8E28946EF505}"/>
              </a:ext>
            </a:extLst>
          </p:cNvPr>
          <p:cNvSpPr>
            <a:spLocks noGrp="1"/>
          </p:cNvSpPr>
          <p:nvPr>
            <p:ph type="body" sz="quarter" idx="47"/>
          </p:nvPr>
        </p:nvSpPr>
        <p:spPr>
          <a:xfrm>
            <a:off x="3746645"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6" name="Text Placeholder 30">
            <a:extLst>
              <a:ext uri="{FF2B5EF4-FFF2-40B4-BE49-F238E27FC236}">
                <a16:creationId xmlns:a16="http://schemas.microsoft.com/office/drawing/2014/main" id="{FCB50EFD-A90B-285E-DD89-5DE63DB64FA1}"/>
              </a:ext>
            </a:extLst>
          </p:cNvPr>
          <p:cNvSpPr>
            <a:spLocks noGrp="1"/>
          </p:cNvSpPr>
          <p:nvPr>
            <p:ph type="body" sz="quarter" idx="48"/>
          </p:nvPr>
        </p:nvSpPr>
        <p:spPr>
          <a:xfrm>
            <a:off x="4575631"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7" name="Text Placeholder 30">
            <a:extLst>
              <a:ext uri="{FF2B5EF4-FFF2-40B4-BE49-F238E27FC236}">
                <a16:creationId xmlns:a16="http://schemas.microsoft.com/office/drawing/2014/main" id="{377CC7ED-70B1-4F5D-FB20-D1A708AD3942}"/>
              </a:ext>
            </a:extLst>
          </p:cNvPr>
          <p:cNvSpPr>
            <a:spLocks noGrp="1"/>
          </p:cNvSpPr>
          <p:nvPr>
            <p:ph type="body" sz="quarter" idx="49"/>
          </p:nvPr>
        </p:nvSpPr>
        <p:spPr>
          <a:xfrm>
            <a:off x="5404506"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8" name="Text Placeholder 30">
            <a:extLst>
              <a:ext uri="{FF2B5EF4-FFF2-40B4-BE49-F238E27FC236}">
                <a16:creationId xmlns:a16="http://schemas.microsoft.com/office/drawing/2014/main" id="{8863FF04-387F-1070-76C9-BCB388819DF3}"/>
              </a:ext>
            </a:extLst>
          </p:cNvPr>
          <p:cNvSpPr>
            <a:spLocks noGrp="1"/>
          </p:cNvSpPr>
          <p:nvPr>
            <p:ph type="body" sz="quarter" idx="50"/>
          </p:nvPr>
        </p:nvSpPr>
        <p:spPr>
          <a:xfrm>
            <a:off x="6240161"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69" name="Text Placeholder 30">
            <a:extLst>
              <a:ext uri="{FF2B5EF4-FFF2-40B4-BE49-F238E27FC236}">
                <a16:creationId xmlns:a16="http://schemas.microsoft.com/office/drawing/2014/main" id="{F803D859-35C1-FB22-F0D2-A73556BF0F2D}"/>
              </a:ext>
            </a:extLst>
          </p:cNvPr>
          <p:cNvSpPr>
            <a:spLocks noGrp="1"/>
          </p:cNvSpPr>
          <p:nvPr>
            <p:ph type="body" sz="quarter" idx="51"/>
          </p:nvPr>
        </p:nvSpPr>
        <p:spPr>
          <a:xfrm>
            <a:off x="7069147"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0" name="Text Placeholder 30">
            <a:extLst>
              <a:ext uri="{FF2B5EF4-FFF2-40B4-BE49-F238E27FC236}">
                <a16:creationId xmlns:a16="http://schemas.microsoft.com/office/drawing/2014/main" id="{DFF80218-A315-BC0E-0331-F1F8B4163E20}"/>
              </a:ext>
            </a:extLst>
          </p:cNvPr>
          <p:cNvSpPr>
            <a:spLocks noGrp="1"/>
          </p:cNvSpPr>
          <p:nvPr>
            <p:ph type="body" sz="quarter" idx="52"/>
          </p:nvPr>
        </p:nvSpPr>
        <p:spPr>
          <a:xfrm>
            <a:off x="7895102" y="32095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1" name="Text Placeholder 30">
            <a:extLst>
              <a:ext uri="{FF2B5EF4-FFF2-40B4-BE49-F238E27FC236}">
                <a16:creationId xmlns:a16="http://schemas.microsoft.com/office/drawing/2014/main" id="{69C4D9DA-00D4-581D-A756-981AF0E14218}"/>
              </a:ext>
            </a:extLst>
          </p:cNvPr>
          <p:cNvSpPr>
            <a:spLocks noGrp="1"/>
          </p:cNvSpPr>
          <p:nvPr>
            <p:ph type="body" sz="quarter" idx="53"/>
          </p:nvPr>
        </p:nvSpPr>
        <p:spPr>
          <a:xfrm>
            <a:off x="421479"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2" name="Text Placeholder 30">
            <a:extLst>
              <a:ext uri="{FF2B5EF4-FFF2-40B4-BE49-F238E27FC236}">
                <a16:creationId xmlns:a16="http://schemas.microsoft.com/office/drawing/2014/main" id="{061E36BE-4756-DDB6-EB43-862350E4AE80}"/>
              </a:ext>
            </a:extLst>
          </p:cNvPr>
          <p:cNvSpPr>
            <a:spLocks noGrp="1"/>
          </p:cNvSpPr>
          <p:nvPr>
            <p:ph type="body" sz="quarter" idx="54"/>
          </p:nvPr>
        </p:nvSpPr>
        <p:spPr>
          <a:xfrm>
            <a:off x="1257134"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3" name="Text Placeholder 30">
            <a:extLst>
              <a:ext uri="{FF2B5EF4-FFF2-40B4-BE49-F238E27FC236}">
                <a16:creationId xmlns:a16="http://schemas.microsoft.com/office/drawing/2014/main" id="{28DBF78D-A65D-63FB-AFFF-750AD145622C}"/>
              </a:ext>
            </a:extLst>
          </p:cNvPr>
          <p:cNvSpPr>
            <a:spLocks noGrp="1"/>
          </p:cNvSpPr>
          <p:nvPr>
            <p:ph type="body" sz="quarter" idx="55"/>
          </p:nvPr>
        </p:nvSpPr>
        <p:spPr>
          <a:xfrm>
            <a:off x="2086120"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4" name="Text Placeholder 30">
            <a:extLst>
              <a:ext uri="{FF2B5EF4-FFF2-40B4-BE49-F238E27FC236}">
                <a16:creationId xmlns:a16="http://schemas.microsoft.com/office/drawing/2014/main" id="{F9CFEC62-0730-563D-561C-EB3981736021}"/>
              </a:ext>
            </a:extLst>
          </p:cNvPr>
          <p:cNvSpPr>
            <a:spLocks noGrp="1"/>
          </p:cNvSpPr>
          <p:nvPr>
            <p:ph type="body" sz="quarter" idx="56"/>
          </p:nvPr>
        </p:nvSpPr>
        <p:spPr>
          <a:xfrm>
            <a:off x="2910990"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5" name="Text Placeholder 30">
            <a:extLst>
              <a:ext uri="{FF2B5EF4-FFF2-40B4-BE49-F238E27FC236}">
                <a16:creationId xmlns:a16="http://schemas.microsoft.com/office/drawing/2014/main" id="{350A6501-A0AE-9767-820A-E56829621610}"/>
              </a:ext>
            </a:extLst>
          </p:cNvPr>
          <p:cNvSpPr>
            <a:spLocks noGrp="1"/>
          </p:cNvSpPr>
          <p:nvPr>
            <p:ph type="body" sz="quarter" idx="57"/>
          </p:nvPr>
        </p:nvSpPr>
        <p:spPr>
          <a:xfrm>
            <a:off x="3746645"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6" name="Text Placeholder 30">
            <a:extLst>
              <a:ext uri="{FF2B5EF4-FFF2-40B4-BE49-F238E27FC236}">
                <a16:creationId xmlns:a16="http://schemas.microsoft.com/office/drawing/2014/main" id="{7238BB35-ACE5-4785-6AA9-C446DAE72E67}"/>
              </a:ext>
            </a:extLst>
          </p:cNvPr>
          <p:cNvSpPr>
            <a:spLocks noGrp="1"/>
          </p:cNvSpPr>
          <p:nvPr>
            <p:ph type="body" sz="quarter" idx="58"/>
          </p:nvPr>
        </p:nvSpPr>
        <p:spPr>
          <a:xfrm>
            <a:off x="4575631"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7" name="Text Placeholder 30">
            <a:extLst>
              <a:ext uri="{FF2B5EF4-FFF2-40B4-BE49-F238E27FC236}">
                <a16:creationId xmlns:a16="http://schemas.microsoft.com/office/drawing/2014/main" id="{B15F5C4A-1A2A-949C-16C0-B26D14717962}"/>
              </a:ext>
            </a:extLst>
          </p:cNvPr>
          <p:cNvSpPr>
            <a:spLocks noGrp="1"/>
          </p:cNvSpPr>
          <p:nvPr>
            <p:ph type="body" sz="quarter" idx="59"/>
          </p:nvPr>
        </p:nvSpPr>
        <p:spPr>
          <a:xfrm>
            <a:off x="5404506"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8" name="Text Placeholder 30">
            <a:extLst>
              <a:ext uri="{FF2B5EF4-FFF2-40B4-BE49-F238E27FC236}">
                <a16:creationId xmlns:a16="http://schemas.microsoft.com/office/drawing/2014/main" id="{0C100F79-C86A-B71A-CDBE-69C2C9620ED8}"/>
              </a:ext>
            </a:extLst>
          </p:cNvPr>
          <p:cNvSpPr>
            <a:spLocks noGrp="1"/>
          </p:cNvSpPr>
          <p:nvPr>
            <p:ph type="body" sz="quarter" idx="60"/>
          </p:nvPr>
        </p:nvSpPr>
        <p:spPr>
          <a:xfrm>
            <a:off x="6240161"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79" name="Text Placeholder 30">
            <a:extLst>
              <a:ext uri="{FF2B5EF4-FFF2-40B4-BE49-F238E27FC236}">
                <a16:creationId xmlns:a16="http://schemas.microsoft.com/office/drawing/2014/main" id="{4B003274-DD2A-F2EC-10AE-7C35D4F04AC6}"/>
              </a:ext>
            </a:extLst>
          </p:cNvPr>
          <p:cNvSpPr>
            <a:spLocks noGrp="1"/>
          </p:cNvSpPr>
          <p:nvPr>
            <p:ph type="body" sz="quarter" idx="61"/>
          </p:nvPr>
        </p:nvSpPr>
        <p:spPr>
          <a:xfrm>
            <a:off x="7069147"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0" name="Text Placeholder 30">
            <a:extLst>
              <a:ext uri="{FF2B5EF4-FFF2-40B4-BE49-F238E27FC236}">
                <a16:creationId xmlns:a16="http://schemas.microsoft.com/office/drawing/2014/main" id="{A72B6005-E7E9-F800-C1E7-3118BF9177F9}"/>
              </a:ext>
            </a:extLst>
          </p:cNvPr>
          <p:cNvSpPr>
            <a:spLocks noGrp="1"/>
          </p:cNvSpPr>
          <p:nvPr>
            <p:ph type="body" sz="quarter" idx="62"/>
          </p:nvPr>
        </p:nvSpPr>
        <p:spPr>
          <a:xfrm>
            <a:off x="7895102" y="3895344"/>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1" name="Text Placeholder 30">
            <a:extLst>
              <a:ext uri="{FF2B5EF4-FFF2-40B4-BE49-F238E27FC236}">
                <a16:creationId xmlns:a16="http://schemas.microsoft.com/office/drawing/2014/main" id="{52831814-98B8-1AD1-7148-BA9517C7EF4E}"/>
              </a:ext>
            </a:extLst>
          </p:cNvPr>
          <p:cNvSpPr>
            <a:spLocks noGrp="1"/>
          </p:cNvSpPr>
          <p:nvPr>
            <p:ph type="body" sz="quarter" idx="63"/>
          </p:nvPr>
        </p:nvSpPr>
        <p:spPr>
          <a:xfrm>
            <a:off x="421479"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2" name="Text Placeholder 30">
            <a:extLst>
              <a:ext uri="{FF2B5EF4-FFF2-40B4-BE49-F238E27FC236}">
                <a16:creationId xmlns:a16="http://schemas.microsoft.com/office/drawing/2014/main" id="{223712B6-C56C-0E83-32B6-6077884F1945}"/>
              </a:ext>
            </a:extLst>
          </p:cNvPr>
          <p:cNvSpPr>
            <a:spLocks noGrp="1"/>
          </p:cNvSpPr>
          <p:nvPr>
            <p:ph type="body" sz="quarter" idx="64"/>
          </p:nvPr>
        </p:nvSpPr>
        <p:spPr>
          <a:xfrm>
            <a:off x="1257134"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3" name="Text Placeholder 30">
            <a:extLst>
              <a:ext uri="{FF2B5EF4-FFF2-40B4-BE49-F238E27FC236}">
                <a16:creationId xmlns:a16="http://schemas.microsoft.com/office/drawing/2014/main" id="{A5170C16-8335-B313-3845-ABAEB91CE9F5}"/>
              </a:ext>
            </a:extLst>
          </p:cNvPr>
          <p:cNvSpPr>
            <a:spLocks noGrp="1"/>
          </p:cNvSpPr>
          <p:nvPr>
            <p:ph type="body" sz="quarter" idx="65"/>
          </p:nvPr>
        </p:nvSpPr>
        <p:spPr>
          <a:xfrm>
            <a:off x="2086120"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4" name="Text Placeholder 30">
            <a:extLst>
              <a:ext uri="{FF2B5EF4-FFF2-40B4-BE49-F238E27FC236}">
                <a16:creationId xmlns:a16="http://schemas.microsoft.com/office/drawing/2014/main" id="{E363D9CF-7CA1-7C8C-6F35-51CBDEE61C41}"/>
              </a:ext>
            </a:extLst>
          </p:cNvPr>
          <p:cNvSpPr>
            <a:spLocks noGrp="1"/>
          </p:cNvSpPr>
          <p:nvPr>
            <p:ph type="body" sz="quarter" idx="66"/>
          </p:nvPr>
        </p:nvSpPr>
        <p:spPr>
          <a:xfrm>
            <a:off x="2910990"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5" name="Text Placeholder 30">
            <a:extLst>
              <a:ext uri="{FF2B5EF4-FFF2-40B4-BE49-F238E27FC236}">
                <a16:creationId xmlns:a16="http://schemas.microsoft.com/office/drawing/2014/main" id="{FF9A3D0F-29CE-4784-013E-4975276657D0}"/>
              </a:ext>
            </a:extLst>
          </p:cNvPr>
          <p:cNvSpPr>
            <a:spLocks noGrp="1"/>
          </p:cNvSpPr>
          <p:nvPr>
            <p:ph type="body" sz="quarter" idx="67"/>
          </p:nvPr>
        </p:nvSpPr>
        <p:spPr>
          <a:xfrm>
            <a:off x="3746645"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6" name="Text Placeholder 30">
            <a:extLst>
              <a:ext uri="{FF2B5EF4-FFF2-40B4-BE49-F238E27FC236}">
                <a16:creationId xmlns:a16="http://schemas.microsoft.com/office/drawing/2014/main" id="{E99F60BB-B57D-DD55-2BA3-14E46D300D96}"/>
              </a:ext>
            </a:extLst>
          </p:cNvPr>
          <p:cNvSpPr>
            <a:spLocks noGrp="1"/>
          </p:cNvSpPr>
          <p:nvPr>
            <p:ph type="body" sz="quarter" idx="68"/>
          </p:nvPr>
        </p:nvSpPr>
        <p:spPr>
          <a:xfrm>
            <a:off x="4575631"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7" name="Text Placeholder 30">
            <a:extLst>
              <a:ext uri="{FF2B5EF4-FFF2-40B4-BE49-F238E27FC236}">
                <a16:creationId xmlns:a16="http://schemas.microsoft.com/office/drawing/2014/main" id="{268A1A7B-F0BD-6BF0-483F-9513368630AF}"/>
              </a:ext>
            </a:extLst>
          </p:cNvPr>
          <p:cNvSpPr>
            <a:spLocks noGrp="1"/>
          </p:cNvSpPr>
          <p:nvPr>
            <p:ph type="body" sz="quarter" idx="69"/>
          </p:nvPr>
        </p:nvSpPr>
        <p:spPr>
          <a:xfrm>
            <a:off x="5404506"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8" name="Text Placeholder 30">
            <a:extLst>
              <a:ext uri="{FF2B5EF4-FFF2-40B4-BE49-F238E27FC236}">
                <a16:creationId xmlns:a16="http://schemas.microsoft.com/office/drawing/2014/main" id="{35D0F9FA-2219-B169-D5B0-44A72DACDD6A}"/>
              </a:ext>
            </a:extLst>
          </p:cNvPr>
          <p:cNvSpPr>
            <a:spLocks noGrp="1"/>
          </p:cNvSpPr>
          <p:nvPr>
            <p:ph type="body" sz="quarter" idx="70"/>
          </p:nvPr>
        </p:nvSpPr>
        <p:spPr>
          <a:xfrm>
            <a:off x="6240161"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89" name="Text Placeholder 30">
            <a:extLst>
              <a:ext uri="{FF2B5EF4-FFF2-40B4-BE49-F238E27FC236}">
                <a16:creationId xmlns:a16="http://schemas.microsoft.com/office/drawing/2014/main" id="{661195F7-520C-FE2A-1F48-7B62D39512E5}"/>
              </a:ext>
            </a:extLst>
          </p:cNvPr>
          <p:cNvSpPr>
            <a:spLocks noGrp="1"/>
          </p:cNvSpPr>
          <p:nvPr>
            <p:ph type="body" sz="quarter" idx="71"/>
          </p:nvPr>
        </p:nvSpPr>
        <p:spPr>
          <a:xfrm>
            <a:off x="7069147"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
        <p:nvSpPr>
          <p:cNvPr id="90" name="Text Placeholder 30">
            <a:extLst>
              <a:ext uri="{FF2B5EF4-FFF2-40B4-BE49-F238E27FC236}">
                <a16:creationId xmlns:a16="http://schemas.microsoft.com/office/drawing/2014/main" id="{CD064355-4D84-BFFA-6D06-E68DE3730EC1}"/>
              </a:ext>
            </a:extLst>
          </p:cNvPr>
          <p:cNvSpPr>
            <a:spLocks noGrp="1"/>
          </p:cNvSpPr>
          <p:nvPr>
            <p:ph type="body" sz="quarter" idx="72"/>
          </p:nvPr>
        </p:nvSpPr>
        <p:spPr>
          <a:xfrm>
            <a:off x="7895102" y="4636008"/>
            <a:ext cx="832104" cy="82296"/>
          </a:xfrm>
        </p:spPr>
        <p:txBody>
          <a:bodyPr lIns="0" tIns="0" rIns="0" bIns="0" anchor="t" anchorCtr="0">
            <a:noAutofit/>
          </a:bodyPr>
          <a:lstStyle>
            <a:lvl1pPr marL="0" indent="0" algn="ctr">
              <a:buNone/>
              <a:defRPr sz="400"/>
            </a:lvl1pPr>
          </a:lstStyle>
          <a:p>
            <a:pPr lvl="0"/>
            <a:r>
              <a:rPr lang="ja-JP" altLang="en-US"/>
              <a:t>マスター テキストの書式設定</a:t>
            </a:r>
          </a:p>
        </p:txBody>
      </p:sp>
    </p:spTree>
    <p:extLst>
      <p:ext uri="{BB962C8B-B14F-4D97-AF65-F5344CB8AC3E}">
        <p14:creationId xmlns:p14="http://schemas.microsoft.com/office/powerpoint/2010/main" val="3029192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BLANK_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B71289-72E3-0136-E99C-87166C8CBD36}"/>
              </a:ext>
            </a:extLst>
          </p:cNvPr>
          <p:cNvSpPr/>
          <p:nvPr userDrawn="1"/>
        </p:nvSpPr>
        <p:spPr bwMode="invGray">
          <a:xfrm>
            <a:off x="4762500" y="0"/>
            <a:ext cx="4381500" cy="514350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18125" y="406797"/>
            <a:ext cx="4153875" cy="640953"/>
          </a:xfrm>
        </p:spPr>
        <p:txBody>
          <a:bodyPr lIns="0" tIns="0" rIns="0" bIns="0"/>
          <a:lstStyle/>
          <a:p>
            <a:r>
              <a:rPr lang="ja-JP" altLang="en-US"/>
              <a:t>マスター タイトルの書式設定</a:t>
            </a:r>
            <a:endParaRPr lang="en-US" dirty="0"/>
          </a:p>
        </p:txBody>
      </p:sp>
      <p:sp>
        <p:nvSpPr>
          <p:cNvPr id="3" name="Content Placeholder 2"/>
          <p:cNvSpPr>
            <a:spLocks noGrp="1"/>
          </p:cNvSpPr>
          <p:nvPr>
            <p:ph idx="1"/>
          </p:nvPr>
        </p:nvSpPr>
        <p:spPr>
          <a:xfrm>
            <a:off x="419100" y="1241349"/>
            <a:ext cx="4152900" cy="3510895"/>
          </a:xfrm>
        </p:spPr>
        <p:txBody>
          <a:bodyPr lIns="0" tIns="0" rIns="0" bIns="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sp>
        <p:nvSpPr>
          <p:cNvPr id="11" name="Rectangle 10">
            <a:extLst>
              <a:ext uri="{FF2B5EF4-FFF2-40B4-BE49-F238E27FC236}">
                <a16:creationId xmlns:a16="http://schemas.microsoft.com/office/drawing/2014/main" id="{DF518BFB-CC8E-D2B5-9BD5-C998C1D0AF79}"/>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7E6A804-2F07-B02F-C049-2ACBC2BCF721}"/>
              </a:ext>
            </a:extLst>
          </p:cNvPr>
          <p:cNvGrpSpPr/>
          <p:nvPr userDrawn="1"/>
        </p:nvGrpSpPr>
        <p:grpSpPr bwMode="invGray">
          <a:xfrm>
            <a:off x="4754480" y="557748"/>
            <a:ext cx="4443161" cy="4638941"/>
            <a:chOff x="4904097" y="575855"/>
            <a:chExt cx="4239226" cy="4426020"/>
          </a:xfrm>
        </p:grpSpPr>
        <p:pic>
          <p:nvPicPr>
            <p:cNvPr id="12" name="Picture 11" descr="A purple x shaped object with black background&#10;&#10;Description automatically generated">
              <a:extLst>
                <a:ext uri="{FF2B5EF4-FFF2-40B4-BE49-F238E27FC236}">
                  <a16:creationId xmlns:a16="http://schemas.microsoft.com/office/drawing/2014/main" id="{F0A51EE8-0F66-A2F6-2078-AC69BCB1FEB9}"/>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bwMode="invGray">
            <a:xfrm>
              <a:off x="5355406" y="1042354"/>
              <a:ext cx="3337804" cy="3337804"/>
            </a:xfrm>
            <a:prstGeom prst="rect">
              <a:avLst/>
            </a:prstGeom>
          </p:spPr>
        </p:pic>
        <p:sp>
          <p:nvSpPr>
            <p:cNvPr id="13" name="Oval 12">
              <a:extLst>
                <a:ext uri="{FF2B5EF4-FFF2-40B4-BE49-F238E27FC236}">
                  <a16:creationId xmlns:a16="http://schemas.microsoft.com/office/drawing/2014/main" id="{30C37F71-1F25-0BFA-1094-8545C459139E}"/>
                </a:ext>
              </a:extLst>
            </p:cNvPr>
            <p:cNvSpPr/>
            <p:nvPr userDrawn="1"/>
          </p:nvSpPr>
          <p:spPr bwMode="invGray">
            <a:xfrm>
              <a:off x="4904097" y="575855"/>
              <a:ext cx="4239226" cy="4426020"/>
            </a:xfrm>
            <a:prstGeom prst="ellipse">
              <a:avLst/>
            </a:prstGeom>
            <a:gradFill flip="none" rotWithShape="1">
              <a:gsLst>
                <a:gs pos="64000">
                  <a:srgbClr val="000000">
                    <a:alpha val="50000"/>
                  </a:srgbClr>
                </a:gs>
                <a:gs pos="100000">
                  <a:srgbClr val="000000">
                    <a:alpha val="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09238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1/2_Headline-2">
    <p:bg>
      <p:bgPr>
        <a:solidFill>
          <a:srgbClr val="131313"/>
        </a:solidFill>
        <a:effectLst/>
      </p:bgPr>
    </p:bg>
    <p:spTree>
      <p:nvGrpSpPr>
        <p:cNvPr id="1" name=""/>
        <p:cNvGrpSpPr/>
        <p:nvPr/>
      </p:nvGrpSpPr>
      <p:grpSpPr>
        <a:xfrm>
          <a:off x="0" y="0"/>
          <a:ext cx="0" cy="0"/>
          <a:chOff x="0" y="0"/>
          <a:chExt cx="0" cy="0"/>
        </a:xfrm>
      </p:grpSpPr>
      <p:pic>
        <p:nvPicPr>
          <p:cNvPr id="11" name="Picture 10" descr="A purple x shaped object with black background&#10;&#10;Description automatically generated">
            <a:extLst>
              <a:ext uri="{FF2B5EF4-FFF2-40B4-BE49-F238E27FC236}">
                <a16:creationId xmlns:a16="http://schemas.microsoft.com/office/drawing/2014/main" id="{50E72586-BC1B-DAB1-5185-FCEE1FA87715}"/>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428461" y="1052629"/>
            <a:ext cx="3040346" cy="3040346"/>
          </a:xfrm>
          <a:prstGeom prst="rect">
            <a:avLst/>
          </a:prstGeom>
        </p:spPr>
      </p:pic>
      <p:sp>
        <p:nvSpPr>
          <p:cNvPr id="12" name="Oval 11">
            <a:extLst>
              <a:ext uri="{FF2B5EF4-FFF2-40B4-BE49-F238E27FC236}">
                <a16:creationId xmlns:a16="http://schemas.microsoft.com/office/drawing/2014/main" id="{8E85C8E1-5F68-8063-CB9A-CD06D7CEDC5C}"/>
              </a:ext>
            </a:extLst>
          </p:cNvPr>
          <p:cNvSpPr/>
          <p:nvPr userDrawn="1"/>
        </p:nvSpPr>
        <p:spPr bwMode="invGray">
          <a:xfrm>
            <a:off x="142274" y="575855"/>
            <a:ext cx="4239226" cy="4426020"/>
          </a:xfrm>
          <a:prstGeom prst="ellipse">
            <a:avLst/>
          </a:prstGeom>
          <a:gradFill flip="none" rotWithShape="1">
            <a:gsLst>
              <a:gs pos="64000">
                <a:srgbClr val="000000">
                  <a:alpha val="50000"/>
                </a:srgbClr>
              </a:gs>
              <a:gs pos="100000">
                <a:srgbClr val="000000">
                  <a:alpha val="0"/>
                </a:srgbClr>
              </a:gs>
            </a:gsLst>
            <a:path path="shap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17832" y="944906"/>
            <a:ext cx="3057799" cy="3249121"/>
          </a:xfrm>
        </p:spPr>
        <p:txBody>
          <a:bodyPr anchor="ctr" anchorCtr="0">
            <a:noAutofit/>
          </a:bodyPr>
          <a:lstStyle>
            <a:lvl1pPr algn="ctr">
              <a:defRPr sz="4400" b="1">
                <a:solidFill>
                  <a:schemeClr val="bg1"/>
                </a:solidFill>
                <a:latin typeface="+mn-lt"/>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4640528" y="400051"/>
            <a:ext cx="4084371" cy="4343400"/>
          </a:xfrm>
        </p:spPr>
        <p:txBody>
          <a:bodyPr anchor="ctr" anchorCtr="0">
            <a:noAutofit/>
          </a:bodyPr>
          <a:lstStyle>
            <a:lvl1pPr marL="0" indent="0" algn="l">
              <a:buNone/>
              <a:defRPr sz="2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dirty="0"/>
              <a:t>マスター サブタイトルの書式設定</a:t>
            </a:r>
            <a:endParaRPr lang="en-US" dirty="0"/>
          </a:p>
        </p:txBody>
      </p:sp>
      <p:sp>
        <p:nvSpPr>
          <p:cNvPr id="6" name="Footer Placeholder 4">
            <a:extLst>
              <a:ext uri="{FF2B5EF4-FFF2-40B4-BE49-F238E27FC236}">
                <a16:creationId xmlns:a16="http://schemas.microsoft.com/office/drawing/2014/main" id="{5F59329B-7D09-5471-F29B-B1645237EBEF}"/>
              </a:ext>
            </a:extLst>
          </p:cNvPr>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dirty="0"/>
              <a:t>Nutanix Confidential</a:t>
            </a:r>
          </a:p>
        </p:txBody>
      </p:sp>
      <p:pic>
        <p:nvPicPr>
          <p:cNvPr id="8" name="Picture 7">
            <a:extLst>
              <a:ext uri="{FF2B5EF4-FFF2-40B4-BE49-F238E27FC236}">
                <a16:creationId xmlns:a16="http://schemas.microsoft.com/office/drawing/2014/main" id="{ECD1AC19-BB86-3DD4-312C-8CD05AAC2333}"/>
              </a:ext>
            </a:extLst>
          </p:cNvPr>
          <p:cNvPicPr>
            <a:picLocks noChangeAspect="1"/>
          </p:cNvPicPr>
          <p:nvPr userDrawn="1"/>
        </p:nvPicPr>
        <p:blipFill>
          <a:blip r:embed="rId3"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cxnSp>
        <p:nvCxnSpPr>
          <p:cNvPr id="5" name="Straight Connector 4">
            <a:extLst>
              <a:ext uri="{FF2B5EF4-FFF2-40B4-BE49-F238E27FC236}">
                <a16:creationId xmlns:a16="http://schemas.microsoft.com/office/drawing/2014/main" id="{346D040E-68F1-4FC8-E231-8809DCC67582}"/>
              </a:ext>
            </a:extLst>
          </p:cNvPr>
          <p:cNvCxnSpPr/>
          <p:nvPr userDrawn="1"/>
        </p:nvCxnSpPr>
        <p:spPr>
          <a:xfrm>
            <a:off x="3904091" y="0"/>
            <a:ext cx="0" cy="5143500"/>
          </a:xfrm>
          <a:prstGeom prst="line">
            <a:avLst/>
          </a:prstGeom>
          <a:ln w="9525">
            <a:solidFill>
              <a:srgbClr val="4D4D4E"/>
            </a:solidFill>
          </a:ln>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5E7854D8-6ED4-C7BE-816B-662CEEFE39DD}"/>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062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Layout-5B">
    <p:bg>
      <p:bgPr>
        <a:solidFill>
          <a:srgbClr val="13131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329644" y="1241349"/>
            <a:ext cx="8395256" cy="3510895"/>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a:extLst>
              <a:ext uri="{FF2B5EF4-FFF2-40B4-BE49-F238E27FC236}">
                <a16:creationId xmlns:a16="http://schemas.microsoft.com/office/drawing/2014/main" id="{2C5C9967-266D-14B2-5050-8126A2D92B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3201610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Comparison">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19097" y="2088107"/>
            <a:ext cx="3987803" cy="2664137"/>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400">
                <a:solidFill>
                  <a:schemeClr val="bg1"/>
                </a:solidFill>
              </a:defRPr>
            </a:lvl3pPr>
            <a:lvl4pPr>
              <a:buClr>
                <a:schemeClr val="bg1"/>
              </a:buClr>
              <a:defRPr sz="1100">
                <a:solidFill>
                  <a:schemeClr val="bg1"/>
                </a:solidFill>
              </a:defRPr>
            </a:lvl4pPr>
            <a:lvl5pPr>
              <a:buClr>
                <a:schemeClr val="bg1"/>
              </a:buClr>
              <a:defRPr sz="105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737096" y="2088108"/>
            <a:ext cx="3987803" cy="2664136"/>
          </a:xfrm>
        </p:spPr>
        <p:txBody>
          <a:bodyPr>
            <a:noAutofit/>
          </a:bodyPr>
          <a:lstStyle>
            <a:lvl1pPr>
              <a:buClr>
                <a:schemeClr val="bg1"/>
              </a:buClr>
              <a:defRPr sz="1600">
                <a:solidFill>
                  <a:schemeClr val="bg1"/>
                </a:solidFill>
              </a:defRPr>
            </a:lvl1pPr>
            <a:lvl2pPr>
              <a:buClr>
                <a:schemeClr val="bg1"/>
              </a:buClr>
              <a:defRPr sz="1400">
                <a:solidFill>
                  <a:schemeClr val="bg1"/>
                </a:solidFill>
              </a:defRPr>
            </a:lvl2pPr>
            <a:lvl3pPr>
              <a:buClr>
                <a:schemeClr val="bg1"/>
              </a:buClr>
              <a:defRPr sz="1400">
                <a:solidFill>
                  <a:schemeClr val="bg1"/>
                </a:solidFill>
              </a:defRPr>
            </a:lvl3pPr>
            <a:lvl4pPr>
              <a:buClr>
                <a:schemeClr val="bg1"/>
              </a:buClr>
              <a:defRPr sz="1100">
                <a:solidFill>
                  <a:schemeClr val="bg1"/>
                </a:solidFill>
              </a:defRPr>
            </a:lvl4pPr>
            <a:lvl5pPr>
              <a:buClr>
                <a:schemeClr val="bg1"/>
              </a:buClr>
              <a:defRPr sz="105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12" name="Text Placeholder 11">
            <a:extLst>
              <a:ext uri="{FF2B5EF4-FFF2-40B4-BE49-F238E27FC236}">
                <a16:creationId xmlns:a16="http://schemas.microsoft.com/office/drawing/2014/main" id="{EAF27D8D-AC40-2D14-43E2-FC7BFD4F4B95}"/>
              </a:ext>
            </a:extLst>
          </p:cNvPr>
          <p:cNvSpPr>
            <a:spLocks noGrp="1"/>
          </p:cNvSpPr>
          <p:nvPr>
            <p:ph type="body" sz="quarter" idx="13"/>
          </p:nvPr>
        </p:nvSpPr>
        <p:spPr>
          <a:xfrm>
            <a:off x="419100" y="1327979"/>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3" name="Text Placeholder 11">
            <a:extLst>
              <a:ext uri="{FF2B5EF4-FFF2-40B4-BE49-F238E27FC236}">
                <a16:creationId xmlns:a16="http://schemas.microsoft.com/office/drawing/2014/main" id="{D05DCBAE-F18B-D8CF-16B6-659CC7139C48}"/>
              </a:ext>
            </a:extLst>
          </p:cNvPr>
          <p:cNvSpPr>
            <a:spLocks noGrp="1"/>
          </p:cNvSpPr>
          <p:nvPr>
            <p:ph type="body" sz="quarter" idx="14"/>
          </p:nvPr>
        </p:nvSpPr>
        <p:spPr>
          <a:xfrm>
            <a:off x="4737096" y="1327979"/>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pic>
        <p:nvPicPr>
          <p:cNvPr id="5" name="Picture 4">
            <a:extLst>
              <a:ext uri="{FF2B5EF4-FFF2-40B4-BE49-F238E27FC236}">
                <a16:creationId xmlns:a16="http://schemas.microsoft.com/office/drawing/2014/main" id="{68048070-ADC2-B33C-F23D-613AD47A26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8" name="Freeform: Shape 7">
            <a:extLst>
              <a:ext uri="{FF2B5EF4-FFF2-40B4-BE49-F238E27FC236}">
                <a16:creationId xmlns:a16="http://schemas.microsoft.com/office/drawing/2014/main" id="{8A2C36BA-9917-E26E-34B4-0A7D7B240C7C}"/>
              </a:ext>
            </a:extLst>
          </p:cNvPr>
          <p:cNvSpPr/>
          <p:nvPr userDrawn="1"/>
        </p:nvSpPr>
        <p:spPr>
          <a:xfrm>
            <a:off x="419100" y="1672590"/>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1" name="Freeform: Shape 10">
            <a:extLst>
              <a:ext uri="{FF2B5EF4-FFF2-40B4-BE49-F238E27FC236}">
                <a16:creationId xmlns:a16="http://schemas.microsoft.com/office/drawing/2014/main" id="{1E6D50B4-121A-D728-5F70-0B919C3B60D1}"/>
              </a:ext>
            </a:extLst>
          </p:cNvPr>
          <p:cNvSpPr/>
          <p:nvPr userDrawn="1"/>
        </p:nvSpPr>
        <p:spPr>
          <a:xfrm>
            <a:off x="4737100" y="1672590"/>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3484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Content 2x2 Dar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9100" y="406797"/>
            <a:ext cx="8305799" cy="640953"/>
          </a:xfrm>
        </p:spPr>
        <p:txBody>
          <a:bodyPr>
            <a:noAutofit/>
          </a:bodyPr>
          <a:lstStyle>
            <a:lvl1pPr algn="ctr">
              <a:defRPr>
                <a:solidFill>
                  <a:schemeClr val="bg1"/>
                </a:solidFill>
              </a:defRPr>
            </a:lvl1pPr>
          </a:lstStyle>
          <a:p>
            <a:r>
              <a:rPr lang="ja-JP" altLang="en-US"/>
              <a:t>マスター タイトルの書式設定</a:t>
            </a:r>
            <a:endParaRPr lang="en-US" dirty="0"/>
          </a:p>
        </p:txBody>
      </p:sp>
      <p:sp>
        <p:nvSpPr>
          <p:cNvPr id="3" name="Content Placeholder 2"/>
          <p:cNvSpPr>
            <a:spLocks noGrp="1"/>
          </p:cNvSpPr>
          <p:nvPr>
            <p:ph sz="half" idx="1"/>
          </p:nvPr>
        </p:nvSpPr>
        <p:spPr>
          <a:xfrm>
            <a:off x="419097" y="1833666"/>
            <a:ext cx="3987803" cy="1042883"/>
          </a:xfrm>
        </p:spPr>
        <p:txBody>
          <a:bodyPr>
            <a:noAutofit/>
          </a:bodyPr>
          <a:lstStyle>
            <a:lvl1pPr>
              <a:buClr>
                <a:schemeClr val="bg1"/>
              </a:buClr>
              <a:defRPr sz="1200">
                <a:solidFill>
                  <a:schemeClr val="bg1"/>
                </a:solidFill>
              </a:defRPr>
            </a:lvl1pPr>
            <a:lvl2pPr>
              <a:buClr>
                <a:schemeClr val="bg1"/>
              </a:buClr>
              <a:defRPr sz="1100">
                <a:solidFill>
                  <a:schemeClr val="bg1"/>
                </a:solidFill>
              </a:defRPr>
            </a:lvl2pPr>
            <a:lvl3pPr>
              <a:buClr>
                <a:schemeClr val="bg1"/>
              </a:buClr>
              <a:defRPr sz="1100">
                <a:solidFill>
                  <a:schemeClr val="bg1"/>
                </a:solidFill>
              </a:defRPr>
            </a:lvl3pPr>
            <a:lvl4pPr>
              <a:buClr>
                <a:schemeClr val="bg1"/>
              </a:buClr>
              <a:defRPr sz="1000">
                <a:solidFill>
                  <a:schemeClr val="bg1"/>
                </a:solidFill>
              </a:defRPr>
            </a:lvl4pPr>
            <a:lvl5pPr>
              <a:buClr>
                <a:schemeClr val="bg1"/>
              </a:buClr>
              <a:defRPr sz="90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737100" y="1833667"/>
            <a:ext cx="3987799" cy="1042883"/>
          </a:xfrm>
        </p:spPr>
        <p:txBody>
          <a:bodyPr>
            <a:noAutofit/>
          </a:bodyPr>
          <a:lstStyle>
            <a:lvl1pPr>
              <a:buClr>
                <a:schemeClr val="bg1"/>
              </a:buClr>
              <a:defRPr sz="1200">
                <a:solidFill>
                  <a:schemeClr val="bg1"/>
                </a:solidFill>
              </a:defRPr>
            </a:lvl1pPr>
            <a:lvl2pPr>
              <a:buClr>
                <a:schemeClr val="bg1"/>
              </a:buClr>
              <a:defRPr sz="1100">
                <a:solidFill>
                  <a:schemeClr val="bg1"/>
                </a:solidFill>
              </a:defRPr>
            </a:lvl2pPr>
            <a:lvl3pPr>
              <a:buClr>
                <a:schemeClr val="bg1"/>
              </a:buClr>
              <a:defRPr sz="1100">
                <a:solidFill>
                  <a:schemeClr val="bg1"/>
                </a:solidFill>
              </a:defRPr>
            </a:lvl3pPr>
            <a:lvl4pPr>
              <a:buClr>
                <a:schemeClr val="bg1"/>
              </a:buClr>
              <a:defRPr sz="1000">
                <a:solidFill>
                  <a:schemeClr val="bg1"/>
                </a:solidFill>
              </a:defRPr>
            </a:lvl4pPr>
            <a:lvl5pPr>
              <a:buClr>
                <a:schemeClr val="bg1"/>
              </a:buClr>
              <a:defRPr sz="90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r>
              <a:rPr lang="en-US"/>
              <a:t>Nutanix Confidential</a:t>
            </a:r>
          </a:p>
        </p:txBody>
      </p:sp>
      <p:sp>
        <p:nvSpPr>
          <p:cNvPr id="7" name="Slide Number Placeholder 6"/>
          <p:cNvSpPr>
            <a:spLocks noGrp="1"/>
          </p:cNvSpPr>
          <p:nvPr>
            <p:ph type="sldNum" sz="quarter" idx="12"/>
          </p:nvPr>
        </p:nvSpPr>
        <p:spPr/>
        <p:txBody>
          <a:bodyPr/>
          <a:lstStyle/>
          <a:p>
            <a:fld id="{9039307C-AD07-48DD-9A65-4158548F2EA1}" type="slidenum">
              <a:rPr lang="en-US" smtClean="0"/>
              <a:t>‹#›</a:t>
            </a:fld>
            <a:endParaRPr lang="en-US"/>
          </a:p>
        </p:txBody>
      </p:sp>
      <p:sp>
        <p:nvSpPr>
          <p:cNvPr id="12" name="Text Placeholder 11">
            <a:extLst>
              <a:ext uri="{FF2B5EF4-FFF2-40B4-BE49-F238E27FC236}">
                <a16:creationId xmlns:a16="http://schemas.microsoft.com/office/drawing/2014/main" id="{EAF27D8D-AC40-2D14-43E2-FC7BFD4F4B95}"/>
              </a:ext>
            </a:extLst>
          </p:cNvPr>
          <p:cNvSpPr>
            <a:spLocks noGrp="1"/>
          </p:cNvSpPr>
          <p:nvPr>
            <p:ph type="body" sz="quarter" idx="13"/>
          </p:nvPr>
        </p:nvSpPr>
        <p:spPr>
          <a:xfrm>
            <a:off x="419100" y="1327979"/>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3" name="Text Placeholder 11">
            <a:extLst>
              <a:ext uri="{FF2B5EF4-FFF2-40B4-BE49-F238E27FC236}">
                <a16:creationId xmlns:a16="http://schemas.microsoft.com/office/drawing/2014/main" id="{D05DCBAE-F18B-D8CF-16B6-659CC7139C48}"/>
              </a:ext>
            </a:extLst>
          </p:cNvPr>
          <p:cNvSpPr>
            <a:spLocks noGrp="1"/>
          </p:cNvSpPr>
          <p:nvPr>
            <p:ph type="body" sz="quarter" idx="14"/>
          </p:nvPr>
        </p:nvSpPr>
        <p:spPr>
          <a:xfrm>
            <a:off x="4737100" y="1327979"/>
            <a:ext cx="3987798"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1" name="Content Placeholder 2">
            <a:extLst>
              <a:ext uri="{FF2B5EF4-FFF2-40B4-BE49-F238E27FC236}">
                <a16:creationId xmlns:a16="http://schemas.microsoft.com/office/drawing/2014/main" id="{57F8E347-2846-7E20-D0B6-F756FFA8FAF4}"/>
              </a:ext>
            </a:extLst>
          </p:cNvPr>
          <p:cNvSpPr>
            <a:spLocks noGrp="1"/>
          </p:cNvSpPr>
          <p:nvPr>
            <p:ph sz="half" idx="15"/>
          </p:nvPr>
        </p:nvSpPr>
        <p:spPr>
          <a:xfrm>
            <a:off x="419097" y="3514861"/>
            <a:ext cx="3987803" cy="1042883"/>
          </a:xfrm>
        </p:spPr>
        <p:txBody>
          <a:bodyPr>
            <a:noAutofit/>
          </a:bodyPr>
          <a:lstStyle>
            <a:lvl1pPr>
              <a:buClr>
                <a:schemeClr val="bg1"/>
              </a:buClr>
              <a:defRPr sz="1200">
                <a:solidFill>
                  <a:schemeClr val="bg1"/>
                </a:solidFill>
              </a:defRPr>
            </a:lvl1pPr>
            <a:lvl2pPr>
              <a:buClr>
                <a:schemeClr val="bg1"/>
              </a:buClr>
              <a:defRPr sz="1100">
                <a:solidFill>
                  <a:schemeClr val="bg1"/>
                </a:solidFill>
              </a:defRPr>
            </a:lvl2pPr>
            <a:lvl3pPr>
              <a:buClr>
                <a:schemeClr val="bg1"/>
              </a:buClr>
              <a:defRPr sz="1100">
                <a:solidFill>
                  <a:schemeClr val="bg1"/>
                </a:solidFill>
              </a:defRPr>
            </a:lvl3pPr>
            <a:lvl4pPr>
              <a:buClr>
                <a:schemeClr val="bg1"/>
              </a:buClr>
              <a:defRPr sz="1000">
                <a:solidFill>
                  <a:schemeClr val="bg1"/>
                </a:solidFill>
              </a:defRPr>
            </a:lvl4pPr>
            <a:lvl5pPr>
              <a:buClr>
                <a:schemeClr val="bg1"/>
              </a:buClr>
              <a:defRPr sz="90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4" name="Content Placeholder 3">
            <a:extLst>
              <a:ext uri="{FF2B5EF4-FFF2-40B4-BE49-F238E27FC236}">
                <a16:creationId xmlns:a16="http://schemas.microsoft.com/office/drawing/2014/main" id="{6602B9E7-F2D5-438E-0C39-F11AFF20BFE0}"/>
              </a:ext>
            </a:extLst>
          </p:cNvPr>
          <p:cNvSpPr>
            <a:spLocks noGrp="1"/>
          </p:cNvSpPr>
          <p:nvPr>
            <p:ph sz="half" idx="16"/>
          </p:nvPr>
        </p:nvSpPr>
        <p:spPr>
          <a:xfrm>
            <a:off x="4737100" y="3514862"/>
            <a:ext cx="3987799" cy="1042883"/>
          </a:xfrm>
        </p:spPr>
        <p:txBody>
          <a:bodyPr>
            <a:noAutofit/>
          </a:bodyPr>
          <a:lstStyle>
            <a:lvl1pPr>
              <a:buClr>
                <a:schemeClr val="bg1"/>
              </a:buClr>
              <a:defRPr sz="1200">
                <a:solidFill>
                  <a:schemeClr val="bg1"/>
                </a:solidFill>
              </a:defRPr>
            </a:lvl1pPr>
            <a:lvl2pPr>
              <a:buClr>
                <a:schemeClr val="bg1"/>
              </a:buClr>
              <a:defRPr sz="1100">
                <a:solidFill>
                  <a:schemeClr val="bg1"/>
                </a:solidFill>
              </a:defRPr>
            </a:lvl2pPr>
            <a:lvl3pPr>
              <a:buClr>
                <a:schemeClr val="bg1"/>
              </a:buClr>
              <a:defRPr sz="1100">
                <a:solidFill>
                  <a:schemeClr val="bg1"/>
                </a:solidFill>
              </a:defRPr>
            </a:lvl3pPr>
            <a:lvl4pPr>
              <a:buClr>
                <a:schemeClr val="bg1"/>
              </a:buClr>
              <a:defRPr sz="1000">
                <a:solidFill>
                  <a:schemeClr val="bg1"/>
                </a:solidFill>
              </a:defRPr>
            </a:lvl4pPr>
            <a:lvl5pPr>
              <a:buClr>
                <a:schemeClr val="bg1"/>
              </a:buClr>
              <a:defRPr sz="900">
                <a:solidFill>
                  <a:schemeClr val="bg1"/>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7" name="Text Placeholder 11">
            <a:extLst>
              <a:ext uri="{FF2B5EF4-FFF2-40B4-BE49-F238E27FC236}">
                <a16:creationId xmlns:a16="http://schemas.microsoft.com/office/drawing/2014/main" id="{493B6D82-AAB2-EF02-E427-D70733A1026D}"/>
              </a:ext>
            </a:extLst>
          </p:cNvPr>
          <p:cNvSpPr>
            <a:spLocks noGrp="1"/>
          </p:cNvSpPr>
          <p:nvPr>
            <p:ph type="body" sz="quarter" idx="17"/>
          </p:nvPr>
        </p:nvSpPr>
        <p:spPr>
          <a:xfrm>
            <a:off x="419100" y="3009174"/>
            <a:ext cx="3987802"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sp>
        <p:nvSpPr>
          <p:cNvPr id="18" name="Text Placeholder 11">
            <a:extLst>
              <a:ext uri="{FF2B5EF4-FFF2-40B4-BE49-F238E27FC236}">
                <a16:creationId xmlns:a16="http://schemas.microsoft.com/office/drawing/2014/main" id="{FDC5B94D-B16A-EFFC-4B50-F9C28F02858D}"/>
              </a:ext>
            </a:extLst>
          </p:cNvPr>
          <p:cNvSpPr>
            <a:spLocks noGrp="1"/>
          </p:cNvSpPr>
          <p:nvPr>
            <p:ph type="body" sz="quarter" idx="18"/>
          </p:nvPr>
        </p:nvSpPr>
        <p:spPr>
          <a:xfrm>
            <a:off x="4737100" y="3009174"/>
            <a:ext cx="3987798" cy="373062"/>
          </a:xfrm>
        </p:spPr>
        <p:txBody>
          <a:bodyPr>
            <a:noAutofit/>
          </a:bodyPr>
          <a:lstStyle>
            <a:lvl1pPr marL="0" indent="0" algn="ctr">
              <a:buNone/>
              <a:defRPr sz="1800">
                <a:solidFill>
                  <a:schemeClr val="tx2"/>
                </a:solidFill>
              </a:defRPr>
            </a:lvl1pPr>
          </a:lstStyle>
          <a:p>
            <a:pPr lvl="0"/>
            <a:r>
              <a:rPr lang="ja-JP" altLang="en-US"/>
              <a:t>マスター テキストの書式設定</a:t>
            </a:r>
          </a:p>
        </p:txBody>
      </p:sp>
      <p:pic>
        <p:nvPicPr>
          <p:cNvPr id="5" name="Picture 4">
            <a:extLst>
              <a:ext uri="{FF2B5EF4-FFF2-40B4-BE49-F238E27FC236}">
                <a16:creationId xmlns:a16="http://schemas.microsoft.com/office/drawing/2014/main" id="{7A122373-F7BE-1AD3-85E4-DB6A8B355B88}"/>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
        <p:nvSpPr>
          <p:cNvPr id="8" name="Freeform: Shape 7">
            <a:extLst>
              <a:ext uri="{FF2B5EF4-FFF2-40B4-BE49-F238E27FC236}">
                <a16:creationId xmlns:a16="http://schemas.microsoft.com/office/drawing/2014/main" id="{5DA23C7D-7B89-6BF2-5B0E-4B7D343DD2DF}"/>
              </a:ext>
            </a:extLst>
          </p:cNvPr>
          <p:cNvSpPr/>
          <p:nvPr userDrawn="1"/>
        </p:nvSpPr>
        <p:spPr>
          <a:xfrm>
            <a:off x="419100" y="1672590"/>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9" name="Freeform: Shape 18">
            <a:extLst>
              <a:ext uri="{FF2B5EF4-FFF2-40B4-BE49-F238E27FC236}">
                <a16:creationId xmlns:a16="http://schemas.microsoft.com/office/drawing/2014/main" id="{138CFC3F-065A-96B1-3C6E-A1FC8A59CBE6}"/>
              </a:ext>
            </a:extLst>
          </p:cNvPr>
          <p:cNvSpPr/>
          <p:nvPr userDrawn="1"/>
        </p:nvSpPr>
        <p:spPr>
          <a:xfrm>
            <a:off x="4737100" y="1672590"/>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0" name="Freeform: Shape 19">
            <a:extLst>
              <a:ext uri="{FF2B5EF4-FFF2-40B4-BE49-F238E27FC236}">
                <a16:creationId xmlns:a16="http://schemas.microsoft.com/office/drawing/2014/main" id="{ADDD6BDA-8ABA-8DCB-42F7-CD9AAD0899B9}"/>
              </a:ext>
            </a:extLst>
          </p:cNvPr>
          <p:cNvSpPr/>
          <p:nvPr userDrawn="1"/>
        </p:nvSpPr>
        <p:spPr>
          <a:xfrm>
            <a:off x="419100" y="3352707"/>
            <a:ext cx="3987796"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21" name="Freeform: Shape 20">
            <a:extLst>
              <a:ext uri="{FF2B5EF4-FFF2-40B4-BE49-F238E27FC236}">
                <a16:creationId xmlns:a16="http://schemas.microsoft.com/office/drawing/2014/main" id="{A35A2AFF-43EC-281F-85CC-3DEC67802E85}"/>
              </a:ext>
            </a:extLst>
          </p:cNvPr>
          <p:cNvSpPr/>
          <p:nvPr userDrawn="1"/>
        </p:nvSpPr>
        <p:spPr>
          <a:xfrm>
            <a:off x="4737100" y="3352707"/>
            <a:ext cx="3987799" cy="114300"/>
          </a:xfrm>
          <a:custGeom>
            <a:avLst/>
            <a:gdLst>
              <a:gd name="connsiteX0" fmla="*/ 0 w 3962400"/>
              <a:gd name="connsiteY0" fmla="*/ 0 h 114300"/>
              <a:gd name="connsiteX1" fmla="*/ 1859280 w 3962400"/>
              <a:gd name="connsiteY1" fmla="*/ 0 h 114300"/>
              <a:gd name="connsiteX2" fmla="*/ 1973580 w 3962400"/>
              <a:gd name="connsiteY2" fmla="*/ 114300 h 114300"/>
              <a:gd name="connsiteX3" fmla="*/ 2084070 w 3962400"/>
              <a:gd name="connsiteY3" fmla="*/ 3810 h 114300"/>
              <a:gd name="connsiteX4" fmla="*/ 3962400 w 3962400"/>
              <a:gd name="connsiteY4" fmla="*/ 3810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62400" h="114300">
                <a:moveTo>
                  <a:pt x="0" y="0"/>
                </a:moveTo>
                <a:lnTo>
                  <a:pt x="1859280" y="0"/>
                </a:lnTo>
                <a:lnTo>
                  <a:pt x="1973580" y="114300"/>
                </a:lnTo>
                <a:lnTo>
                  <a:pt x="2084070" y="3810"/>
                </a:lnTo>
                <a:lnTo>
                  <a:pt x="3962400" y="3810"/>
                </a:lnTo>
              </a:path>
            </a:pathLst>
          </a:custGeom>
          <a:no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endParaRPr lang="en-US"/>
          </a:p>
        </p:txBody>
      </p:sp>
    </p:spTree>
    <p:extLst>
      <p:ext uri="{BB962C8B-B14F-4D97-AF65-F5344CB8AC3E}">
        <p14:creationId xmlns:p14="http://schemas.microsoft.com/office/powerpoint/2010/main" val="3039325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2">
    <p:bg>
      <p:bgPr>
        <a:solidFill>
          <a:srgbClr val="13131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ja-JP" altLang="en-US"/>
              <a:t>マスター タイトルの書式設定</a:t>
            </a:r>
            <a:endParaRPr lang="en-US" dirty="0"/>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a:extLst>
              <a:ext uri="{FF2B5EF4-FFF2-40B4-BE49-F238E27FC236}">
                <a16:creationId xmlns:a16="http://schemas.microsoft.com/office/drawing/2014/main" id="{2C5C9967-266D-14B2-5050-8126A2D92B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6371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2">
    <p:bg>
      <p:bgPr>
        <a:solidFill>
          <a:srgbClr val="131313"/>
        </a:solid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a:extLst>
              <a:ext uri="{FF2B5EF4-FFF2-40B4-BE49-F238E27FC236}">
                <a16:creationId xmlns:a16="http://schemas.microsoft.com/office/drawing/2014/main" id="{2C5C9967-266D-14B2-5050-8126A2D92B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spTree>
    <p:extLst>
      <p:ext uri="{BB962C8B-B14F-4D97-AF65-F5344CB8AC3E}">
        <p14:creationId xmlns:p14="http://schemas.microsoft.com/office/powerpoint/2010/main" val="331773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Nexus + Statement">
    <p:bg>
      <p:bgPr>
        <a:solidFill>
          <a:srgbClr val="13131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solidFill>
                  <a:schemeClr val="bg1"/>
                </a:solidFill>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4637920" y="1395098"/>
            <a:ext cx="4086979" cy="3341606"/>
          </a:xfrm>
        </p:spPr>
        <p:txBody>
          <a:bodyPr>
            <a:noAutofit/>
          </a:bodyPr>
          <a:lstStyle>
            <a:lvl1pPr marL="0" indent="0">
              <a:buNone/>
              <a:defRPr sz="2800">
                <a:solidFill>
                  <a:schemeClr val="bg1"/>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ja-JP" altLang="en-US" dirty="0"/>
              <a:t>マスター テキストの書式設定</a:t>
            </a:r>
          </a:p>
        </p:txBody>
      </p:sp>
      <p:sp>
        <p:nvSpPr>
          <p:cNvPr id="5" name="Footer Placeholder 4"/>
          <p:cNvSpPr>
            <a:spLocks noGrp="1"/>
          </p:cNvSpPr>
          <p:nvPr>
            <p:ph type="ftr" sz="quarter" idx="11"/>
          </p:nvPr>
        </p:nvSpPr>
        <p:spPr/>
        <p:txBody>
          <a:bodyPr/>
          <a:lstStyle/>
          <a:p>
            <a:r>
              <a:rPr lang="en-US"/>
              <a:t>Nutanix Confidential</a:t>
            </a:r>
          </a:p>
        </p:txBody>
      </p:sp>
      <p:sp>
        <p:nvSpPr>
          <p:cNvPr id="6" name="Slide Number Placeholder 5"/>
          <p:cNvSpPr>
            <a:spLocks noGrp="1"/>
          </p:cNvSpPr>
          <p:nvPr>
            <p:ph type="sldNum" sz="quarter" idx="12"/>
          </p:nvPr>
        </p:nvSpPr>
        <p:spPr/>
        <p:txBody>
          <a:bodyPr/>
          <a:lstStyle/>
          <a:p>
            <a:fld id="{9039307C-AD07-48DD-9A65-4158548F2EA1}" type="slidenum">
              <a:rPr lang="en-US" smtClean="0"/>
              <a:t>‹#›</a:t>
            </a:fld>
            <a:endParaRPr lang="en-US"/>
          </a:p>
        </p:txBody>
      </p:sp>
      <p:pic>
        <p:nvPicPr>
          <p:cNvPr id="4" name="Picture 3">
            <a:extLst>
              <a:ext uri="{FF2B5EF4-FFF2-40B4-BE49-F238E27FC236}">
                <a16:creationId xmlns:a16="http://schemas.microsoft.com/office/drawing/2014/main" id="{2C5C9967-266D-14B2-5050-8126A2D92BAA}"/>
              </a:ext>
            </a:extLst>
          </p:cNvPr>
          <p:cNvPicPr>
            <a:picLocks noChangeAspect="1"/>
          </p:cNvPicPr>
          <p:nvPr userDrawn="1"/>
        </p:nvPicPr>
        <p:blipFill>
          <a:blip r:embed="rId2" cstate="hqprint">
            <a:extLst>
              <a:ext uri="{28A0092B-C50C-407E-A947-70E740481C1C}">
                <a14:useLocalDpi xmlns:a14="http://schemas.microsoft.com/office/drawing/2010/main"/>
              </a:ext>
            </a:extLst>
          </a:blip>
          <a:srcRect/>
          <a:stretch/>
        </p:blipFill>
        <p:spPr bwMode="invGray">
          <a:xfrm>
            <a:off x="183924" y="4838525"/>
            <a:ext cx="145720" cy="100583"/>
          </a:xfrm>
          <a:prstGeom prst="rect">
            <a:avLst/>
          </a:prstGeom>
        </p:spPr>
      </p:pic>
      <p:pic>
        <p:nvPicPr>
          <p:cNvPr id="12" name="Picture 11" descr="A black and purple x&#10;&#10;Description automatically generated">
            <a:extLst>
              <a:ext uri="{FF2B5EF4-FFF2-40B4-BE49-F238E27FC236}">
                <a16:creationId xmlns:a16="http://schemas.microsoft.com/office/drawing/2014/main" id="{15496F2C-6B5D-7450-4B9E-2A1D0A7E4B56}"/>
              </a:ext>
            </a:extLst>
          </p:cNvPr>
          <p:cNvPicPr>
            <a:picLocks noChangeAspect="1"/>
          </p:cNvPicPr>
          <p:nvPr userDrawn="1"/>
        </p:nvPicPr>
        <p:blipFill>
          <a:blip r:embed="rId3" cstate="hqprint">
            <a:extLst>
              <a:ext uri="{28A0092B-C50C-407E-A947-70E740481C1C}">
                <a14:useLocalDpi xmlns:a14="http://schemas.microsoft.com/office/drawing/2010/main"/>
              </a:ext>
            </a:extLst>
          </a:blip>
          <a:srcRect l="13873" b="28409"/>
          <a:stretch/>
        </p:blipFill>
        <p:spPr>
          <a:xfrm>
            <a:off x="0" y="1474854"/>
            <a:ext cx="4415130" cy="3668646"/>
          </a:xfrm>
          <a:prstGeom prst="rect">
            <a:avLst/>
          </a:prstGeom>
        </p:spPr>
      </p:pic>
      <p:sp>
        <p:nvSpPr>
          <p:cNvPr id="17" name="Rectangle 16">
            <a:extLst>
              <a:ext uri="{FF2B5EF4-FFF2-40B4-BE49-F238E27FC236}">
                <a16:creationId xmlns:a16="http://schemas.microsoft.com/office/drawing/2014/main" id="{6583D606-598B-1434-8643-98C76A8B1178}"/>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645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uilt for the Future_Thank You_Q&amp;A">
  <p:cSld name="1_Built for the Future_Thank You_Q&amp;A">
    <p:bg>
      <p:bgPr>
        <a:solidFill>
          <a:srgbClr val="131313"/>
        </a:solidFill>
        <a:effectLst/>
      </p:bgPr>
    </p:bg>
    <p:spTree>
      <p:nvGrpSpPr>
        <p:cNvPr id="1" name="Shape 871"/>
        <p:cNvGrpSpPr/>
        <p:nvPr/>
      </p:nvGrpSpPr>
      <p:grpSpPr>
        <a:xfrm>
          <a:off x="0" y="0"/>
          <a:ext cx="0" cy="0"/>
          <a:chOff x="0" y="0"/>
          <a:chExt cx="0" cy="0"/>
        </a:xfrm>
      </p:grpSpPr>
      <p:sp>
        <p:nvSpPr>
          <p:cNvPr id="872" name="Google Shape;872;p188"/>
          <p:cNvSpPr txBox="1">
            <a:spLocks noGrp="1"/>
          </p:cNvSpPr>
          <p:nvPr>
            <p:ph type="title"/>
          </p:nvPr>
        </p:nvSpPr>
        <p:spPr>
          <a:xfrm>
            <a:off x="419100" y="2251273"/>
            <a:ext cx="8305799" cy="64095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lt1"/>
              </a:buClr>
              <a:buSzPts val="4400"/>
              <a:buFont typeface="Montserrat Medium"/>
              <a:buNone/>
              <a:defRPr sz="4400">
                <a:solidFill>
                  <a:schemeClr val="lt1"/>
                </a:solidFill>
                <a:latin typeface="+mn-lt"/>
                <a:ea typeface="+mn-ea"/>
                <a:cs typeface="Montserrat Medium"/>
                <a:sym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73" name="Google Shape;873;p188"/>
          <p:cNvSpPr/>
          <p:nvPr/>
        </p:nvSpPr>
        <p:spPr>
          <a:xfrm>
            <a:off x="3975597" y="1734319"/>
            <a:ext cx="1190081" cy="149738"/>
          </a:xfrm>
          <a:prstGeom prst="rect">
            <a:avLst/>
          </a:prstGeom>
          <a:noFill/>
          <a:ln>
            <a:noFill/>
          </a:ln>
        </p:spPr>
      </p:sp>
    </p:spTree>
    <p:extLst>
      <p:ext uri="{BB962C8B-B14F-4D97-AF65-F5344CB8AC3E}">
        <p14:creationId xmlns:p14="http://schemas.microsoft.com/office/powerpoint/2010/main" val="921797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Icons">
  <p:cSld name="1_Icons">
    <p:spTree>
      <p:nvGrpSpPr>
        <p:cNvPr id="1" name="Shape 913"/>
        <p:cNvGrpSpPr/>
        <p:nvPr/>
      </p:nvGrpSpPr>
      <p:grpSpPr>
        <a:xfrm>
          <a:off x="0" y="0"/>
          <a:ext cx="0" cy="0"/>
          <a:chOff x="0" y="0"/>
          <a:chExt cx="0" cy="0"/>
        </a:xfrm>
      </p:grpSpPr>
      <p:sp>
        <p:nvSpPr>
          <p:cNvPr id="914" name="Google Shape;914;p195"/>
          <p:cNvSpPr txBox="1">
            <a:spLocks noGrp="1"/>
          </p:cNvSpPr>
          <p:nvPr>
            <p:ph type="ftr" idx="11"/>
          </p:nvPr>
        </p:nvSpPr>
        <p:spPr>
          <a:xfrm>
            <a:off x="322741" y="4752245"/>
            <a:ext cx="30861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5" name="Google Shape;915;p195"/>
          <p:cNvSpPr txBox="1">
            <a:spLocks noGrp="1"/>
          </p:cNvSpPr>
          <p:nvPr>
            <p:ph type="sldNum" idx="12"/>
          </p:nvPr>
        </p:nvSpPr>
        <p:spPr>
          <a:xfrm>
            <a:off x="8641414" y="4767263"/>
            <a:ext cx="392794" cy="27384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916" name="Google Shape;916;p195"/>
          <p:cNvSpPr/>
          <p:nvPr/>
        </p:nvSpPr>
        <p:spPr>
          <a:xfrm>
            <a:off x="419100" y="400050"/>
            <a:ext cx="8305800" cy="4343400"/>
          </a:xfrm>
          <a:prstGeom prst="rect">
            <a:avLst/>
          </a:prstGeom>
          <a:noFill/>
          <a:ln w="9525" cap="flat" cmpd="sng">
            <a:solidFill>
              <a:srgbClr val="D8D8D8"/>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ontserrat"/>
              <a:ea typeface="Montserrat"/>
              <a:cs typeface="Montserrat"/>
              <a:sym typeface="Montserrat"/>
            </a:endParaRPr>
          </a:p>
        </p:txBody>
      </p:sp>
      <p:grpSp>
        <p:nvGrpSpPr>
          <p:cNvPr id="917" name="Google Shape;917;p195"/>
          <p:cNvGrpSpPr/>
          <p:nvPr/>
        </p:nvGrpSpPr>
        <p:grpSpPr>
          <a:xfrm>
            <a:off x="1257135" y="400050"/>
            <a:ext cx="6638016" cy="4343400"/>
            <a:chOff x="1257135" y="400050"/>
            <a:chExt cx="6638016" cy="4343400"/>
          </a:xfrm>
        </p:grpSpPr>
        <p:cxnSp>
          <p:nvCxnSpPr>
            <p:cNvPr id="918" name="Google Shape;918;p195"/>
            <p:cNvCxnSpPr/>
            <p:nvPr/>
          </p:nvCxnSpPr>
          <p:spPr>
            <a:xfrm>
              <a:off x="1257135"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19" name="Google Shape;919;p195"/>
            <p:cNvCxnSpPr/>
            <p:nvPr/>
          </p:nvCxnSpPr>
          <p:spPr>
            <a:xfrm>
              <a:off x="2086887"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0" name="Google Shape;920;p195"/>
            <p:cNvCxnSpPr/>
            <p:nvPr/>
          </p:nvCxnSpPr>
          <p:spPr>
            <a:xfrm>
              <a:off x="2916639"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1" name="Google Shape;921;p195"/>
            <p:cNvCxnSpPr/>
            <p:nvPr/>
          </p:nvCxnSpPr>
          <p:spPr>
            <a:xfrm>
              <a:off x="3746391"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2" name="Google Shape;922;p195"/>
            <p:cNvCxnSpPr/>
            <p:nvPr/>
          </p:nvCxnSpPr>
          <p:spPr>
            <a:xfrm>
              <a:off x="4576143"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3" name="Google Shape;923;p195"/>
            <p:cNvCxnSpPr/>
            <p:nvPr/>
          </p:nvCxnSpPr>
          <p:spPr>
            <a:xfrm>
              <a:off x="5405895"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4" name="Google Shape;924;p195"/>
            <p:cNvCxnSpPr/>
            <p:nvPr/>
          </p:nvCxnSpPr>
          <p:spPr>
            <a:xfrm>
              <a:off x="6235647"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5" name="Google Shape;925;p195"/>
            <p:cNvCxnSpPr/>
            <p:nvPr/>
          </p:nvCxnSpPr>
          <p:spPr>
            <a:xfrm>
              <a:off x="7065399" y="400050"/>
              <a:ext cx="0" cy="4343400"/>
            </a:xfrm>
            <a:prstGeom prst="straightConnector1">
              <a:avLst/>
            </a:prstGeom>
            <a:noFill/>
            <a:ln w="9525" cap="flat" cmpd="sng">
              <a:solidFill>
                <a:srgbClr val="D8D8D8"/>
              </a:solidFill>
              <a:prstDash val="solid"/>
              <a:miter lim="8000"/>
              <a:headEnd type="none" w="sm" len="sm"/>
              <a:tailEnd type="none" w="sm" len="sm"/>
            </a:ln>
          </p:spPr>
        </p:cxnSp>
        <p:cxnSp>
          <p:nvCxnSpPr>
            <p:cNvPr id="926" name="Google Shape;926;p195"/>
            <p:cNvCxnSpPr/>
            <p:nvPr/>
          </p:nvCxnSpPr>
          <p:spPr>
            <a:xfrm>
              <a:off x="7895151" y="400050"/>
              <a:ext cx="0" cy="4343400"/>
            </a:xfrm>
            <a:prstGeom prst="straightConnector1">
              <a:avLst/>
            </a:prstGeom>
            <a:noFill/>
            <a:ln w="9525" cap="flat" cmpd="sng">
              <a:solidFill>
                <a:srgbClr val="D8D8D8"/>
              </a:solidFill>
              <a:prstDash val="solid"/>
              <a:miter lim="8000"/>
              <a:headEnd type="none" w="sm" len="sm"/>
              <a:tailEnd type="none" w="sm" len="sm"/>
            </a:ln>
          </p:spPr>
        </p:cxnSp>
      </p:grpSp>
      <p:grpSp>
        <p:nvGrpSpPr>
          <p:cNvPr id="927" name="Google Shape;927;p195"/>
          <p:cNvGrpSpPr/>
          <p:nvPr/>
        </p:nvGrpSpPr>
        <p:grpSpPr>
          <a:xfrm>
            <a:off x="427383" y="1123536"/>
            <a:ext cx="8297517" cy="2893944"/>
            <a:chOff x="427383" y="1123536"/>
            <a:chExt cx="8297517" cy="2893944"/>
          </a:xfrm>
        </p:grpSpPr>
        <p:cxnSp>
          <p:nvCxnSpPr>
            <p:cNvPr id="928" name="Google Shape;928;p195"/>
            <p:cNvCxnSpPr/>
            <p:nvPr/>
          </p:nvCxnSpPr>
          <p:spPr>
            <a:xfrm>
              <a:off x="427383" y="1123536"/>
              <a:ext cx="8297517" cy="0"/>
            </a:xfrm>
            <a:prstGeom prst="straightConnector1">
              <a:avLst/>
            </a:prstGeom>
            <a:noFill/>
            <a:ln w="9525" cap="flat" cmpd="sng">
              <a:solidFill>
                <a:srgbClr val="D8D8D8"/>
              </a:solidFill>
              <a:prstDash val="solid"/>
              <a:miter lim="8000"/>
              <a:headEnd type="none" w="sm" len="sm"/>
              <a:tailEnd type="none" w="sm" len="sm"/>
            </a:ln>
          </p:spPr>
        </p:cxnSp>
        <p:cxnSp>
          <p:nvCxnSpPr>
            <p:cNvPr id="929" name="Google Shape;929;p195"/>
            <p:cNvCxnSpPr/>
            <p:nvPr/>
          </p:nvCxnSpPr>
          <p:spPr>
            <a:xfrm>
              <a:off x="427383" y="1847022"/>
              <a:ext cx="8297517" cy="0"/>
            </a:xfrm>
            <a:prstGeom prst="straightConnector1">
              <a:avLst/>
            </a:prstGeom>
            <a:noFill/>
            <a:ln w="9525" cap="flat" cmpd="sng">
              <a:solidFill>
                <a:srgbClr val="D8D8D8"/>
              </a:solidFill>
              <a:prstDash val="solid"/>
              <a:miter lim="8000"/>
              <a:headEnd type="none" w="sm" len="sm"/>
              <a:tailEnd type="none" w="sm" len="sm"/>
            </a:ln>
          </p:spPr>
        </p:cxnSp>
        <p:cxnSp>
          <p:nvCxnSpPr>
            <p:cNvPr id="930" name="Google Shape;930;p195"/>
            <p:cNvCxnSpPr/>
            <p:nvPr/>
          </p:nvCxnSpPr>
          <p:spPr>
            <a:xfrm>
              <a:off x="427383" y="2570508"/>
              <a:ext cx="8297517" cy="0"/>
            </a:xfrm>
            <a:prstGeom prst="straightConnector1">
              <a:avLst/>
            </a:prstGeom>
            <a:noFill/>
            <a:ln w="9525" cap="flat" cmpd="sng">
              <a:solidFill>
                <a:srgbClr val="D8D8D8"/>
              </a:solidFill>
              <a:prstDash val="solid"/>
              <a:miter lim="8000"/>
              <a:headEnd type="none" w="sm" len="sm"/>
              <a:tailEnd type="none" w="sm" len="sm"/>
            </a:ln>
          </p:spPr>
        </p:cxnSp>
        <p:cxnSp>
          <p:nvCxnSpPr>
            <p:cNvPr id="931" name="Google Shape;931;p195"/>
            <p:cNvCxnSpPr/>
            <p:nvPr/>
          </p:nvCxnSpPr>
          <p:spPr>
            <a:xfrm>
              <a:off x="427383" y="3293994"/>
              <a:ext cx="8297517" cy="0"/>
            </a:xfrm>
            <a:prstGeom prst="straightConnector1">
              <a:avLst/>
            </a:prstGeom>
            <a:noFill/>
            <a:ln w="9525" cap="flat" cmpd="sng">
              <a:solidFill>
                <a:srgbClr val="D8D8D8"/>
              </a:solidFill>
              <a:prstDash val="solid"/>
              <a:miter lim="8000"/>
              <a:headEnd type="none" w="sm" len="sm"/>
              <a:tailEnd type="none" w="sm" len="sm"/>
            </a:ln>
          </p:spPr>
        </p:cxnSp>
        <p:cxnSp>
          <p:nvCxnSpPr>
            <p:cNvPr id="932" name="Google Shape;932;p195"/>
            <p:cNvCxnSpPr/>
            <p:nvPr/>
          </p:nvCxnSpPr>
          <p:spPr>
            <a:xfrm>
              <a:off x="427383" y="4017480"/>
              <a:ext cx="8297517" cy="0"/>
            </a:xfrm>
            <a:prstGeom prst="straightConnector1">
              <a:avLst/>
            </a:prstGeom>
            <a:noFill/>
            <a:ln w="9525" cap="flat" cmpd="sng">
              <a:solidFill>
                <a:srgbClr val="D8D8D8"/>
              </a:solidFill>
              <a:prstDash val="solid"/>
              <a:miter lim="8000"/>
              <a:headEnd type="none" w="sm" len="sm"/>
              <a:tailEnd type="none" w="sm" len="sm"/>
            </a:ln>
          </p:spPr>
        </p:cxnSp>
      </p:grpSp>
      <p:sp>
        <p:nvSpPr>
          <p:cNvPr id="933" name="Google Shape;933;p195"/>
          <p:cNvSpPr txBox="1">
            <a:spLocks noGrp="1"/>
          </p:cNvSpPr>
          <p:nvPr>
            <p:ph type="body" idx="1"/>
          </p:nvPr>
        </p:nvSpPr>
        <p:spPr>
          <a:xfrm>
            <a:off x="421480"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dirty="0"/>
          </a:p>
        </p:txBody>
      </p:sp>
      <p:sp>
        <p:nvSpPr>
          <p:cNvPr id="934" name="Google Shape;934;p195"/>
          <p:cNvSpPr txBox="1">
            <a:spLocks noGrp="1"/>
          </p:cNvSpPr>
          <p:nvPr>
            <p:ph type="body" idx="2"/>
          </p:nvPr>
        </p:nvSpPr>
        <p:spPr>
          <a:xfrm>
            <a:off x="1257135"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35" name="Google Shape;935;p195"/>
          <p:cNvSpPr txBox="1">
            <a:spLocks noGrp="1"/>
          </p:cNvSpPr>
          <p:nvPr>
            <p:ph type="body" idx="3"/>
          </p:nvPr>
        </p:nvSpPr>
        <p:spPr>
          <a:xfrm>
            <a:off x="2086121"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36" name="Google Shape;936;p195"/>
          <p:cNvSpPr txBox="1">
            <a:spLocks noGrp="1"/>
          </p:cNvSpPr>
          <p:nvPr>
            <p:ph type="body" idx="4"/>
          </p:nvPr>
        </p:nvSpPr>
        <p:spPr>
          <a:xfrm>
            <a:off x="2910991"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37" name="Google Shape;937;p195"/>
          <p:cNvSpPr txBox="1">
            <a:spLocks noGrp="1"/>
          </p:cNvSpPr>
          <p:nvPr>
            <p:ph type="body" idx="5"/>
          </p:nvPr>
        </p:nvSpPr>
        <p:spPr>
          <a:xfrm>
            <a:off x="3746646"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38" name="Google Shape;938;p195"/>
          <p:cNvSpPr txBox="1">
            <a:spLocks noGrp="1"/>
          </p:cNvSpPr>
          <p:nvPr>
            <p:ph type="body" idx="6"/>
          </p:nvPr>
        </p:nvSpPr>
        <p:spPr>
          <a:xfrm>
            <a:off x="4575632"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39" name="Google Shape;939;p195"/>
          <p:cNvSpPr txBox="1">
            <a:spLocks noGrp="1"/>
          </p:cNvSpPr>
          <p:nvPr>
            <p:ph type="body" idx="7"/>
          </p:nvPr>
        </p:nvSpPr>
        <p:spPr>
          <a:xfrm>
            <a:off x="5404507"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0" name="Google Shape;940;p195"/>
          <p:cNvSpPr txBox="1">
            <a:spLocks noGrp="1"/>
          </p:cNvSpPr>
          <p:nvPr>
            <p:ph type="body" idx="8"/>
          </p:nvPr>
        </p:nvSpPr>
        <p:spPr>
          <a:xfrm>
            <a:off x="6240162"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1" name="Google Shape;941;p195"/>
          <p:cNvSpPr txBox="1">
            <a:spLocks noGrp="1"/>
          </p:cNvSpPr>
          <p:nvPr>
            <p:ph type="body" idx="9"/>
          </p:nvPr>
        </p:nvSpPr>
        <p:spPr>
          <a:xfrm>
            <a:off x="7069148"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2" name="Google Shape;942;p195"/>
          <p:cNvSpPr txBox="1">
            <a:spLocks noGrp="1"/>
          </p:cNvSpPr>
          <p:nvPr>
            <p:ph type="body" idx="13"/>
          </p:nvPr>
        </p:nvSpPr>
        <p:spPr>
          <a:xfrm>
            <a:off x="7895103" y="1033272"/>
            <a:ext cx="830263"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3" name="Google Shape;943;p195"/>
          <p:cNvSpPr txBox="1">
            <a:spLocks noGrp="1"/>
          </p:cNvSpPr>
          <p:nvPr>
            <p:ph type="body" idx="14"/>
          </p:nvPr>
        </p:nvSpPr>
        <p:spPr>
          <a:xfrm>
            <a:off x="421479"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4" name="Google Shape;944;p195"/>
          <p:cNvSpPr txBox="1">
            <a:spLocks noGrp="1"/>
          </p:cNvSpPr>
          <p:nvPr>
            <p:ph type="body" idx="15"/>
          </p:nvPr>
        </p:nvSpPr>
        <p:spPr>
          <a:xfrm>
            <a:off x="1257134"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5" name="Google Shape;945;p195"/>
          <p:cNvSpPr txBox="1">
            <a:spLocks noGrp="1"/>
          </p:cNvSpPr>
          <p:nvPr>
            <p:ph type="body" idx="16"/>
          </p:nvPr>
        </p:nvSpPr>
        <p:spPr>
          <a:xfrm>
            <a:off x="2086120"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6" name="Google Shape;946;p195"/>
          <p:cNvSpPr txBox="1">
            <a:spLocks noGrp="1"/>
          </p:cNvSpPr>
          <p:nvPr>
            <p:ph type="body" idx="17"/>
          </p:nvPr>
        </p:nvSpPr>
        <p:spPr>
          <a:xfrm>
            <a:off x="2910990"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7" name="Google Shape;947;p195"/>
          <p:cNvSpPr txBox="1">
            <a:spLocks noGrp="1"/>
          </p:cNvSpPr>
          <p:nvPr>
            <p:ph type="body" idx="18"/>
          </p:nvPr>
        </p:nvSpPr>
        <p:spPr>
          <a:xfrm>
            <a:off x="3746645"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8" name="Google Shape;948;p195"/>
          <p:cNvSpPr txBox="1">
            <a:spLocks noGrp="1"/>
          </p:cNvSpPr>
          <p:nvPr>
            <p:ph type="body" idx="19"/>
          </p:nvPr>
        </p:nvSpPr>
        <p:spPr>
          <a:xfrm>
            <a:off x="4575631"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49" name="Google Shape;949;p195"/>
          <p:cNvSpPr txBox="1">
            <a:spLocks noGrp="1"/>
          </p:cNvSpPr>
          <p:nvPr>
            <p:ph type="body" idx="20"/>
          </p:nvPr>
        </p:nvSpPr>
        <p:spPr>
          <a:xfrm>
            <a:off x="5404506"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0" name="Google Shape;950;p195"/>
          <p:cNvSpPr txBox="1">
            <a:spLocks noGrp="1"/>
          </p:cNvSpPr>
          <p:nvPr>
            <p:ph type="body" idx="21"/>
          </p:nvPr>
        </p:nvSpPr>
        <p:spPr>
          <a:xfrm>
            <a:off x="6240161"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1" name="Google Shape;951;p195"/>
          <p:cNvSpPr txBox="1">
            <a:spLocks noGrp="1"/>
          </p:cNvSpPr>
          <p:nvPr>
            <p:ph type="body" idx="22"/>
          </p:nvPr>
        </p:nvSpPr>
        <p:spPr>
          <a:xfrm>
            <a:off x="7069147"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2" name="Google Shape;952;p195"/>
          <p:cNvSpPr txBox="1">
            <a:spLocks noGrp="1"/>
          </p:cNvSpPr>
          <p:nvPr>
            <p:ph type="body" idx="23"/>
          </p:nvPr>
        </p:nvSpPr>
        <p:spPr>
          <a:xfrm>
            <a:off x="7895102" y="1764792"/>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3" name="Google Shape;953;p195"/>
          <p:cNvSpPr txBox="1">
            <a:spLocks noGrp="1"/>
          </p:cNvSpPr>
          <p:nvPr>
            <p:ph type="body" idx="24"/>
          </p:nvPr>
        </p:nvSpPr>
        <p:spPr>
          <a:xfrm>
            <a:off x="421479"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4" name="Google Shape;954;p195"/>
          <p:cNvSpPr txBox="1">
            <a:spLocks noGrp="1"/>
          </p:cNvSpPr>
          <p:nvPr>
            <p:ph type="body" idx="25"/>
          </p:nvPr>
        </p:nvSpPr>
        <p:spPr>
          <a:xfrm>
            <a:off x="1257134"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5" name="Google Shape;955;p195"/>
          <p:cNvSpPr txBox="1">
            <a:spLocks noGrp="1"/>
          </p:cNvSpPr>
          <p:nvPr>
            <p:ph type="body" idx="26"/>
          </p:nvPr>
        </p:nvSpPr>
        <p:spPr>
          <a:xfrm>
            <a:off x="2086120"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6" name="Google Shape;956;p195"/>
          <p:cNvSpPr txBox="1">
            <a:spLocks noGrp="1"/>
          </p:cNvSpPr>
          <p:nvPr>
            <p:ph type="body" idx="27"/>
          </p:nvPr>
        </p:nvSpPr>
        <p:spPr>
          <a:xfrm>
            <a:off x="2910990"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7" name="Google Shape;957;p195"/>
          <p:cNvSpPr txBox="1">
            <a:spLocks noGrp="1"/>
          </p:cNvSpPr>
          <p:nvPr>
            <p:ph type="body" idx="28"/>
          </p:nvPr>
        </p:nvSpPr>
        <p:spPr>
          <a:xfrm>
            <a:off x="3746645"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8" name="Google Shape;958;p195"/>
          <p:cNvSpPr txBox="1">
            <a:spLocks noGrp="1"/>
          </p:cNvSpPr>
          <p:nvPr>
            <p:ph type="body" idx="29"/>
          </p:nvPr>
        </p:nvSpPr>
        <p:spPr>
          <a:xfrm>
            <a:off x="4575631"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59" name="Google Shape;959;p195"/>
          <p:cNvSpPr txBox="1">
            <a:spLocks noGrp="1"/>
          </p:cNvSpPr>
          <p:nvPr>
            <p:ph type="body" idx="30"/>
          </p:nvPr>
        </p:nvSpPr>
        <p:spPr>
          <a:xfrm>
            <a:off x="5404506"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0" name="Google Shape;960;p195"/>
          <p:cNvSpPr txBox="1">
            <a:spLocks noGrp="1"/>
          </p:cNvSpPr>
          <p:nvPr>
            <p:ph type="body" idx="31"/>
          </p:nvPr>
        </p:nvSpPr>
        <p:spPr>
          <a:xfrm>
            <a:off x="6240161"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1" name="Google Shape;961;p195"/>
          <p:cNvSpPr txBox="1">
            <a:spLocks noGrp="1"/>
          </p:cNvSpPr>
          <p:nvPr>
            <p:ph type="body" idx="32"/>
          </p:nvPr>
        </p:nvSpPr>
        <p:spPr>
          <a:xfrm>
            <a:off x="7069147"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2" name="Google Shape;962;p195"/>
          <p:cNvSpPr txBox="1">
            <a:spLocks noGrp="1"/>
          </p:cNvSpPr>
          <p:nvPr>
            <p:ph type="body" idx="33"/>
          </p:nvPr>
        </p:nvSpPr>
        <p:spPr>
          <a:xfrm>
            <a:off x="7895102" y="2468880"/>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3" name="Google Shape;963;p195"/>
          <p:cNvSpPr txBox="1">
            <a:spLocks noGrp="1"/>
          </p:cNvSpPr>
          <p:nvPr>
            <p:ph type="body" idx="34"/>
          </p:nvPr>
        </p:nvSpPr>
        <p:spPr>
          <a:xfrm>
            <a:off x="421479"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4" name="Google Shape;964;p195"/>
          <p:cNvSpPr txBox="1">
            <a:spLocks noGrp="1"/>
          </p:cNvSpPr>
          <p:nvPr>
            <p:ph type="body" idx="35"/>
          </p:nvPr>
        </p:nvSpPr>
        <p:spPr>
          <a:xfrm>
            <a:off x="1257134"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5" name="Google Shape;965;p195"/>
          <p:cNvSpPr txBox="1">
            <a:spLocks noGrp="1"/>
          </p:cNvSpPr>
          <p:nvPr>
            <p:ph type="body" idx="36"/>
          </p:nvPr>
        </p:nvSpPr>
        <p:spPr>
          <a:xfrm>
            <a:off x="2086120"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6" name="Google Shape;966;p195"/>
          <p:cNvSpPr txBox="1">
            <a:spLocks noGrp="1"/>
          </p:cNvSpPr>
          <p:nvPr>
            <p:ph type="body" idx="37"/>
          </p:nvPr>
        </p:nvSpPr>
        <p:spPr>
          <a:xfrm>
            <a:off x="2910990"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7" name="Google Shape;967;p195"/>
          <p:cNvSpPr txBox="1">
            <a:spLocks noGrp="1"/>
          </p:cNvSpPr>
          <p:nvPr>
            <p:ph type="body" idx="38"/>
          </p:nvPr>
        </p:nvSpPr>
        <p:spPr>
          <a:xfrm>
            <a:off x="3746645"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8" name="Google Shape;968;p195"/>
          <p:cNvSpPr txBox="1">
            <a:spLocks noGrp="1"/>
          </p:cNvSpPr>
          <p:nvPr>
            <p:ph type="body" idx="39"/>
          </p:nvPr>
        </p:nvSpPr>
        <p:spPr>
          <a:xfrm>
            <a:off x="4575631"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69" name="Google Shape;969;p195"/>
          <p:cNvSpPr txBox="1">
            <a:spLocks noGrp="1"/>
          </p:cNvSpPr>
          <p:nvPr>
            <p:ph type="body" idx="40"/>
          </p:nvPr>
        </p:nvSpPr>
        <p:spPr>
          <a:xfrm>
            <a:off x="5404506"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0" name="Google Shape;970;p195"/>
          <p:cNvSpPr txBox="1">
            <a:spLocks noGrp="1"/>
          </p:cNvSpPr>
          <p:nvPr>
            <p:ph type="body" idx="41"/>
          </p:nvPr>
        </p:nvSpPr>
        <p:spPr>
          <a:xfrm>
            <a:off x="6240161"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1" name="Google Shape;971;p195"/>
          <p:cNvSpPr txBox="1">
            <a:spLocks noGrp="1"/>
          </p:cNvSpPr>
          <p:nvPr>
            <p:ph type="body" idx="42"/>
          </p:nvPr>
        </p:nvSpPr>
        <p:spPr>
          <a:xfrm>
            <a:off x="7069147"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2" name="Google Shape;972;p195"/>
          <p:cNvSpPr txBox="1">
            <a:spLocks noGrp="1"/>
          </p:cNvSpPr>
          <p:nvPr>
            <p:ph type="body" idx="43"/>
          </p:nvPr>
        </p:nvSpPr>
        <p:spPr>
          <a:xfrm>
            <a:off x="7895102" y="32095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3" name="Google Shape;973;p195"/>
          <p:cNvSpPr txBox="1">
            <a:spLocks noGrp="1"/>
          </p:cNvSpPr>
          <p:nvPr>
            <p:ph type="body" idx="44"/>
          </p:nvPr>
        </p:nvSpPr>
        <p:spPr>
          <a:xfrm>
            <a:off x="421479"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4" name="Google Shape;974;p195"/>
          <p:cNvSpPr txBox="1">
            <a:spLocks noGrp="1"/>
          </p:cNvSpPr>
          <p:nvPr>
            <p:ph type="body" idx="45"/>
          </p:nvPr>
        </p:nvSpPr>
        <p:spPr>
          <a:xfrm>
            <a:off x="1257134"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5" name="Google Shape;975;p195"/>
          <p:cNvSpPr txBox="1">
            <a:spLocks noGrp="1"/>
          </p:cNvSpPr>
          <p:nvPr>
            <p:ph type="body" idx="46"/>
          </p:nvPr>
        </p:nvSpPr>
        <p:spPr>
          <a:xfrm>
            <a:off x="2086120"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6" name="Google Shape;976;p195"/>
          <p:cNvSpPr txBox="1">
            <a:spLocks noGrp="1"/>
          </p:cNvSpPr>
          <p:nvPr>
            <p:ph type="body" idx="47"/>
          </p:nvPr>
        </p:nvSpPr>
        <p:spPr>
          <a:xfrm>
            <a:off x="2910990"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7" name="Google Shape;977;p195"/>
          <p:cNvSpPr txBox="1">
            <a:spLocks noGrp="1"/>
          </p:cNvSpPr>
          <p:nvPr>
            <p:ph type="body" idx="48"/>
          </p:nvPr>
        </p:nvSpPr>
        <p:spPr>
          <a:xfrm>
            <a:off x="3746645"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8" name="Google Shape;978;p195"/>
          <p:cNvSpPr txBox="1">
            <a:spLocks noGrp="1"/>
          </p:cNvSpPr>
          <p:nvPr>
            <p:ph type="body" idx="49"/>
          </p:nvPr>
        </p:nvSpPr>
        <p:spPr>
          <a:xfrm>
            <a:off x="4575631"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79" name="Google Shape;979;p195"/>
          <p:cNvSpPr txBox="1">
            <a:spLocks noGrp="1"/>
          </p:cNvSpPr>
          <p:nvPr>
            <p:ph type="body" idx="50"/>
          </p:nvPr>
        </p:nvSpPr>
        <p:spPr>
          <a:xfrm>
            <a:off x="5404506"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0" name="Google Shape;980;p195"/>
          <p:cNvSpPr txBox="1">
            <a:spLocks noGrp="1"/>
          </p:cNvSpPr>
          <p:nvPr>
            <p:ph type="body" idx="51"/>
          </p:nvPr>
        </p:nvSpPr>
        <p:spPr>
          <a:xfrm>
            <a:off x="6240161"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1" name="Google Shape;981;p195"/>
          <p:cNvSpPr txBox="1">
            <a:spLocks noGrp="1"/>
          </p:cNvSpPr>
          <p:nvPr>
            <p:ph type="body" idx="52"/>
          </p:nvPr>
        </p:nvSpPr>
        <p:spPr>
          <a:xfrm>
            <a:off x="7069147"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2" name="Google Shape;982;p195"/>
          <p:cNvSpPr txBox="1">
            <a:spLocks noGrp="1"/>
          </p:cNvSpPr>
          <p:nvPr>
            <p:ph type="body" idx="53"/>
          </p:nvPr>
        </p:nvSpPr>
        <p:spPr>
          <a:xfrm>
            <a:off x="7895102" y="3895344"/>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3" name="Google Shape;983;p195"/>
          <p:cNvSpPr txBox="1">
            <a:spLocks noGrp="1"/>
          </p:cNvSpPr>
          <p:nvPr>
            <p:ph type="body" idx="54"/>
          </p:nvPr>
        </p:nvSpPr>
        <p:spPr>
          <a:xfrm>
            <a:off x="421479"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4" name="Google Shape;984;p195"/>
          <p:cNvSpPr txBox="1">
            <a:spLocks noGrp="1"/>
          </p:cNvSpPr>
          <p:nvPr>
            <p:ph type="body" idx="55"/>
          </p:nvPr>
        </p:nvSpPr>
        <p:spPr>
          <a:xfrm>
            <a:off x="1257134"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5" name="Google Shape;985;p195"/>
          <p:cNvSpPr txBox="1">
            <a:spLocks noGrp="1"/>
          </p:cNvSpPr>
          <p:nvPr>
            <p:ph type="body" idx="56"/>
          </p:nvPr>
        </p:nvSpPr>
        <p:spPr>
          <a:xfrm>
            <a:off x="2086120"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6" name="Google Shape;986;p195"/>
          <p:cNvSpPr txBox="1">
            <a:spLocks noGrp="1"/>
          </p:cNvSpPr>
          <p:nvPr>
            <p:ph type="body" idx="57"/>
          </p:nvPr>
        </p:nvSpPr>
        <p:spPr>
          <a:xfrm>
            <a:off x="2910990"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7" name="Google Shape;987;p195"/>
          <p:cNvSpPr txBox="1">
            <a:spLocks noGrp="1"/>
          </p:cNvSpPr>
          <p:nvPr>
            <p:ph type="body" idx="58"/>
          </p:nvPr>
        </p:nvSpPr>
        <p:spPr>
          <a:xfrm>
            <a:off x="3746645"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8" name="Google Shape;988;p195"/>
          <p:cNvSpPr txBox="1">
            <a:spLocks noGrp="1"/>
          </p:cNvSpPr>
          <p:nvPr>
            <p:ph type="body" idx="59"/>
          </p:nvPr>
        </p:nvSpPr>
        <p:spPr>
          <a:xfrm>
            <a:off x="4575631"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89" name="Google Shape;989;p195"/>
          <p:cNvSpPr txBox="1">
            <a:spLocks noGrp="1"/>
          </p:cNvSpPr>
          <p:nvPr>
            <p:ph type="body" idx="60"/>
          </p:nvPr>
        </p:nvSpPr>
        <p:spPr>
          <a:xfrm>
            <a:off x="5404506"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90" name="Google Shape;990;p195"/>
          <p:cNvSpPr txBox="1">
            <a:spLocks noGrp="1"/>
          </p:cNvSpPr>
          <p:nvPr>
            <p:ph type="body" idx="61"/>
          </p:nvPr>
        </p:nvSpPr>
        <p:spPr>
          <a:xfrm>
            <a:off x="6240161"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91" name="Google Shape;991;p195"/>
          <p:cNvSpPr txBox="1">
            <a:spLocks noGrp="1"/>
          </p:cNvSpPr>
          <p:nvPr>
            <p:ph type="body" idx="62"/>
          </p:nvPr>
        </p:nvSpPr>
        <p:spPr>
          <a:xfrm>
            <a:off x="7069147"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992" name="Google Shape;992;p195"/>
          <p:cNvSpPr txBox="1">
            <a:spLocks noGrp="1"/>
          </p:cNvSpPr>
          <p:nvPr>
            <p:ph type="body" idx="63"/>
          </p:nvPr>
        </p:nvSpPr>
        <p:spPr>
          <a:xfrm>
            <a:off x="7895102" y="4636008"/>
            <a:ext cx="832104" cy="82296"/>
          </a:xfrm>
          <a:prstGeom prst="rect">
            <a:avLst/>
          </a:prstGeom>
          <a:noFill/>
          <a:ln>
            <a:noFill/>
          </a:ln>
        </p:spPr>
        <p:txBody>
          <a:bodyPr spcFirstLastPara="1" wrap="square" lIns="0" tIns="0" rIns="0" bIns="0" anchor="t" anchorCtr="0">
            <a:noAutofit/>
          </a:bodyPr>
          <a:lstStyle>
            <a:lvl1pPr marL="457200" lvl="0" indent="-228600" algn="ctr">
              <a:lnSpc>
                <a:spcPct val="90000"/>
              </a:lnSpc>
              <a:spcBef>
                <a:spcPts val="750"/>
              </a:spcBef>
              <a:spcAft>
                <a:spcPts val="0"/>
              </a:spcAft>
              <a:buSzPts val="320"/>
              <a:buNone/>
              <a:defRPr sz="400"/>
            </a:lvl1pPr>
            <a:lvl2pPr marL="914400" lvl="1" indent="-320040" algn="l">
              <a:lnSpc>
                <a:spcPct val="90000"/>
              </a:lnSpc>
              <a:spcBef>
                <a:spcPts val="375"/>
              </a:spcBef>
              <a:spcAft>
                <a:spcPts val="0"/>
              </a:spcAft>
              <a:buSzPts val="1440"/>
              <a:buChar char="•"/>
              <a:defRPr/>
            </a:lvl2pPr>
            <a:lvl3pPr marL="1371600" lvl="2" indent="-320040" algn="l">
              <a:lnSpc>
                <a:spcPct val="90000"/>
              </a:lnSpc>
              <a:spcBef>
                <a:spcPts val="375"/>
              </a:spcBef>
              <a:spcAft>
                <a:spcPts val="0"/>
              </a:spcAft>
              <a:buSzPts val="1440"/>
              <a:buChar char="•"/>
              <a:defRPr/>
            </a:lvl3pPr>
            <a:lvl4pPr marL="1828800" lvl="3" indent="-320040" algn="l">
              <a:lnSpc>
                <a:spcPct val="90000"/>
              </a:lnSpc>
              <a:spcBef>
                <a:spcPts val="375"/>
              </a:spcBef>
              <a:spcAft>
                <a:spcPts val="0"/>
              </a:spcAft>
              <a:buSzPts val="1440"/>
              <a:buChar char="•"/>
              <a:defRPr/>
            </a:lvl4pPr>
            <a:lvl5pPr marL="2286000" lvl="4" indent="-320040" algn="l">
              <a:lnSpc>
                <a:spcPct val="90000"/>
              </a:lnSpc>
              <a:spcBef>
                <a:spcPts val="375"/>
              </a:spcBef>
              <a:spcAft>
                <a:spcPts val="0"/>
              </a:spcAft>
              <a:buSzPts val="144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807782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theme" Target="../theme/theme1.xml"/><Relationship Id="rId7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5706" y="406797"/>
            <a:ext cx="8419193" cy="640953"/>
          </a:xfrm>
          <a:prstGeom prst="rect">
            <a:avLst/>
          </a:prstGeom>
        </p:spPr>
        <p:txBody>
          <a:bodyPr vert="horz" lIns="91440" tIns="45720" rIns="91440" bIns="45720" rtlCol="0" anchor="t" anchorCtr="0">
            <a:no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329644" y="1241350"/>
            <a:ext cx="8395256" cy="3263504"/>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22741" y="4752245"/>
            <a:ext cx="3086100" cy="273844"/>
          </a:xfrm>
          <a:prstGeom prst="rect">
            <a:avLst/>
          </a:prstGeom>
        </p:spPr>
        <p:txBody>
          <a:bodyPr vert="horz" lIns="91440" tIns="45720" rIns="91440" bIns="45720" rtlCol="0" anchor="ctr"/>
          <a:lstStyle>
            <a:lvl1pPr algn="l">
              <a:defRPr sz="600">
                <a:solidFill>
                  <a:srgbClr val="9C9C9C"/>
                </a:solidFill>
              </a:defRPr>
            </a:lvl1pPr>
          </a:lstStyle>
          <a:p>
            <a:r>
              <a:rPr lang="en-US"/>
              <a:t>Nutanix Confidential</a:t>
            </a:r>
          </a:p>
        </p:txBody>
      </p:sp>
      <p:sp>
        <p:nvSpPr>
          <p:cNvPr id="6" name="Slide Number Placeholder 5"/>
          <p:cNvSpPr>
            <a:spLocks noGrp="1"/>
          </p:cNvSpPr>
          <p:nvPr>
            <p:ph type="sldNum" sz="quarter" idx="4"/>
          </p:nvPr>
        </p:nvSpPr>
        <p:spPr>
          <a:xfrm>
            <a:off x="8641414" y="4767263"/>
            <a:ext cx="392794" cy="273844"/>
          </a:xfrm>
          <a:prstGeom prst="rect">
            <a:avLst/>
          </a:prstGeom>
        </p:spPr>
        <p:txBody>
          <a:bodyPr vert="horz" lIns="91440" tIns="45720" rIns="91440" bIns="45720" rtlCol="0" anchor="ctr"/>
          <a:lstStyle>
            <a:lvl1pPr algn="l">
              <a:defRPr sz="600">
                <a:solidFill>
                  <a:srgbClr val="9C9C9C"/>
                </a:solidFill>
              </a:defRPr>
            </a:lvl1pPr>
          </a:lstStyle>
          <a:p>
            <a:fld id="{9039307C-AD07-48DD-9A65-4158548F2EA1}" type="slidenum">
              <a:rPr lang="en-US" smtClean="0"/>
              <a:pPr/>
              <a:t>‹#›</a:t>
            </a:fld>
            <a:endParaRPr lang="en-US"/>
          </a:p>
        </p:txBody>
      </p:sp>
      <p:pic>
        <p:nvPicPr>
          <p:cNvPr id="17" name="Picture 16" descr="A black and white background&#10;&#10;Description automatically generated with medium confidence">
            <a:extLst>
              <a:ext uri="{FF2B5EF4-FFF2-40B4-BE49-F238E27FC236}">
                <a16:creationId xmlns:a16="http://schemas.microsoft.com/office/drawing/2014/main" id="{9937A3BF-A7F7-8207-DAB1-31495AA2CC71}"/>
              </a:ext>
            </a:extLst>
          </p:cNvPr>
          <p:cNvPicPr>
            <a:picLocks noChangeAspect="1"/>
          </p:cNvPicPr>
          <p:nvPr userDrawn="1"/>
        </p:nvPicPr>
        <p:blipFill>
          <a:blip r:embed="rId71" cstate="hqprint">
            <a:extLst>
              <a:ext uri="{28A0092B-C50C-407E-A947-70E740481C1C}">
                <a14:useLocalDpi xmlns:a14="http://schemas.microsoft.com/office/drawing/2010/main"/>
              </a:ext>
            </a:extLst>
          </a:blip>
          <a:stretch>
            <a:fillRect/>
          </a:stretch>
        </p:blipFill>
        <p:spPr>
          <a:xfrm>
            <a:off x="183924" y="4838525"/>
            <a:ext cx="145720" cy="100584"/>
          </a:xfrm>
          <a:prstGeom prst="rect">
            <a:avLst/>
          </a:prstGeom>
        </p:spPr>
      </p:pic>
      <p:sp>
        <p:nvSpPr>
          <p:cNvPr id="18" name="Rectangle 17">
            <a:extLst>
              <a:ext uri="{FF2B5EF4-FFF2-40B4-BE49-F238E27FC236}">
                <a16:creationId xmlns:a16="http://schemas.microsoft.com/office/drawing/2014/main" id="{E3A71DF5-2108-3C10-AC3D-E4FBEABCC139}"/>
              </a:ext>
            </a:extLst>
          </p:cNvPr>
          <p:cNvSpPr/>
          <p:nvPr userDrawn="1"/>
        </p:nvSpPr>
        <p:spPr>
          <a:xfrm>
            <a:off x="0" y="5026089"/>
            <a:ext cx="9144000" cy="118872"/>
          </a:xfrm>
          <a:prstGeom prst="rect">
            <a:avLst/>
          </a:prstGeom>
          <a:gradFill flip="none" rotWithShape="1">
            <a:gsLst>
              <a:gs pos="0">
                <a:srgbClr val="131313"/>
              </a:gs>
              <a:gs pos="100000">
                <a:srgbClr val="391699"/>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5132905"/>
      </p:ext>
    </p:extLst>
  </p:cSld>
  <p:clrMap bg1="lt1" tx1="dk1" bg2="lt2" tx2="dk2" accent1="accent1" accent2="accent2" accent3="accent3" accent4="accent4" accent5="accent5" accent6="accent6" hlink="hlink" folHlink="folHlink"/>
  <p:sldLayoutIdLst>
    <p:sldLayoutId id="2147483764" r:id="rId1"/>
    <p:sldLayoutId id="2147483768" r:id="rId2"/>
    <p:sldLayoutId id="2147483766" r:id="rId3"/>
    <p:sldLayoutId id="2147483661" r:id="rId4"/>
    <p:sldLayoutId id="2147483672" r:id="rId5"/>
    <p:sldLayoutId id="2147483684" r:id="rId6"/>
    <p:sldLayoutId id="2147483673" r:id="rId7"/>
    <p:sldLayoutId id="2147483682" r:id="rId8"/>
    <p:sldLayoutId id="2147483675" r:id="rId9"/>
    <p:sldLayoutId id="2147483691" r:id="rId10"/>
    <p:sldLayoutId id="2147483692" r:id="rId11"/>
    <p:sldLayoutId id="2147483702" r:id="rId12"/>
    <p:sldLayoutId id="2147483770" r:id="rId13"/>
    <p:sldLayoutId id="2147483676" r:id="rId14"/>
    <p:sldLayoutId id="2147483695" r:id="rId15"/>
    <p:sldLayoutId id="2147483696" r:id="rId16"/>
    <p:sldLayoutId id="2147483697" r:id="rId17"/>
    <p:sldLayoutId id="2147483698" r:id="rId18"/>
    <p:sldLayoutId id="2147483709" r:id="rId19"/>
    <p:sldLayoutId id="2147483710" r:id="rId20"/>
    <p:sldLayoutId id="2147483662" r:id="rId21"/>
    <p:sldLayoutId id="2147483674" r:id="rId22"/>
    <p:sldLayoutId id="2147483664" r:id="rId23"/>
    <p:sldLayoutId id="2147483705" r:id="rId24"/>
    <p:sldLayoutId id="2147483711" r:id="rId25"/>
    <p:sldLayoutId id="2147483712" r:id="rId26"/>
    <p:sldLayoutId id="2147483714" r:id="rId27"/>
    <p:sldLayoutId id="2147483713" r:id="rId28"/>
    <p:sldLayoutId id="2147483715" r:id="rId29"/>
    <p:sldLayoutId id="2147483716" r:id="rId30"/>
    <p:sldLayoutId id="2147483706" r:id="rId31"/>
    <p:sldLayoutId id="2147483707" r:id="rId32"/>
    <p:sldLayoutId id="2147483708" r:id="rId33"/>
    <p:sldLayoutId id="2147483717" r:id="rId34"/>
    <p:sldLayoutId id="2147483718" r:id="rId35"/>
    <p:sldLayoutId id="2147483719" r:id="rId36"/>
    <p:sldLayoutId id="2147483720" r:id="rId37"/>
    <p:sldLayoutId id="2147483721" r:id="rId38"/>
    <p:sldLayoutId id="2147483722" r:id="rId39"/>
    <p:sldLayoutId id="2147483723" r:id="rId40"/>
    <p:sldLayoutId id="2147483693" r:id="rId41"/>
    <p:sldLayoutId id="2147483703" r:id="rId42"/>
    <p:sldLayoutId id="2147483666" r:id="rId43"/>
    <p:sldLayoutId id="2147483680" r:id="rId44"/>
    <p:sldLayoutId id="2147483724" r:id="rId45"/>
    <p:sldLayoutId id="2147483667" r:id="rId46"/>
    <p:sldLayoutId id="2147483725" r:id="rId47"/>
    <p:sldLayoutId id="2147483726" r:id="rId48"/>
    <p:sldLayoutId id="2147483727" r:id="rId49"/>
    <p:sldLayoutId id="2147483728" r:id="rId50"/>
    <p:sldLayoutId id="2147483729" r:id="rId51"/>
    <p:sldLayoutId id="2147483730" r:id="rId52"/>
    <p:sldLayoutId id="2147483731" r:id="rId53"/>
    <p:sldLayoutId id="2147483732" r:id="rId54"/>
    <p:sldLayoutId id="2147483733" r:id="rId55"/>
    <p:sldLayoutId id="2147483734" r:id="rId56"/>
    <p:sldLayoutId id="2147483735" r:id="rId57"/>
    <p:sldLayoutId id="2147483736" r:id="rId58"/>
    <p:sldLayoutId id="2147483683" r:id="rId59"/>
    <p:sldLayoutId id="2147483681" r:id="rId60"/>
    <p:sldLayoutId id="2147483687" r:id="rId61"/>
    <p:sldLayoutId id="2147483678" r:id="rId62"/>
    <p:sldLayoutId id="2147483694" r:id="rId63"/>
    <p:sldLayoutId id="2147483704" r:id="rId64"/>
    <p:sldLayoutId id="2147483686" r:id="rId65"/>
    <p:sldLayoutId id="2147483744" r:id="rId66"/>
    <p:sldLayoutId id="2147483679" r:id="rId67"/>
    <p:sldLayoutId id="2147483837" r:id="rId68"/>
    <p:sldLayoutId id="2147483838" r:id="rId6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kern="1200">
          <a:solidFill>
            <a:schemeClr val="accent6"/>
          </a:solidFill>
          <a:latin typeface="+mj-lt"/>
          <a:ea typeface="+mj-ea"/>
          <a:cs typeface="+mj-cs"/>
        </a:defRPr>
      </a:lvl1pPr>
    </p:titleStyle>
    <p:bodyStyle>
      <a:lvl1pPr marL="171450" indent="-171450" algn="l" defTabSz="685800" rtl="0" eaLnBrk="1" latinLnBrk="0" hangingPunct="1">
        <a:lnSpc>
          <a:spcPct val="90000"/>
        </a:lnSpc>
        <a:spcBef>
          <a:spcPts val="750"/>
        </a:spcBef>
        <a:buClr>
          <a:schemeClr val="accent6"/>
        </a:buClr>
        <a:buSzPct val="80000"/>
        <a:buFont typeface="Montserrat" panose="020B0604020202020204" pitchFamily="34" charset="0"/>
        <a:buChar char="•"/>
        <a:defRPr kumimoji="1" sz="1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6"/>
        </a:buClr>
        <a:buSzPct val="80000"/>
        <a:buFont typeface="Montserrat" panose="020B0604020202020204" pitchFamily="34" charset="0"/>
        <a:buChar char="•"/>
        <a:defRPr kumimoji="1" sz="12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accent6"/>
        </a:buClr>
        <a:buSzPct val="80000"/>
        <a:buFont typeface="Montserrat" panose="020B0604020202020204" pitchFamily="34" charset="0"/>
        <a:buChar char="•"/>
        <a:defRPr kumimoji="1" sz="12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accent6"/>
        </a:buClr>
        <a:buSzPct val="80000"/>
        <a:buFont typeface="Montserrat" panose="020B0604020202020204" pitchFamily="34" charset="0"/>
        <a:buChar char="•"/>
        <a:defRPr kumimoji="1" sz="10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accent6"/>
        </a:buClr>
        <a:buSzPct val="80000"/>
        <a:buFont typeface="Montserrat" panose="020B0604020202020204" pitchFamily="34" charset="0"/>
        <a:buChar char="•"/>
        <a:defRPr kumimoji="1" sz="1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Montserrat"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Montserrat"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Montserrat"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Montserrat"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64" userDrawn="1">
          <p15:clr>
            <a:srgbClr val="F26B43"/>
          </p15:clr>
        </p15:guide>
        <p15:guide id="4" pos="5496" userDrawn="1">
          <p15:clr>
            <a:srgbClr val="F26B43"/>
          </p15:clr>
        </p15:guide>
        <p15:guide id="5" pos="1872" userDrawn="1">
          <p15:clr>
            <a:srgbClr val="F26B43"/>
          </p15:clr>
        </p15:guide>
        <p15:guide id="6" pos="2088" userDrawn="1">
          <p15:clr>
            <a:srgbClr val="F26B43"/>
          </p15:clr>
        </p15:guide>
        <p15:guide id="7" pos="2776" userDrawn="1">
          <p15:clr>
            <a:srgbClr val="F26B43"/>
          </p15:clr>
        </p15:guide>
        <p15:guide id="8" pos="2984" userDrawn="1">
          <p15:clr>
            <a:srgbClr val="F26B43"/>
          </p15:clr>
        </p15:guide>
        <p15:guide id="9" pos="3672" userDrawn="1">
          <p15:clr>
            <a:srgbClr val="F26B43"/>
          </p15:clr>
        </p15:guide>
        <p15:guide id="10" pos="3888" userDrawn="1">
          <p15:clr>
            <a:srgbClr val="F26B43"/>
          </p15:clr>
        </p15:guide>
        <p15:guide id="11" orient="horz" pos="252" userDrawn="1">
          <p15:clr>
            <a:srgbClr val="F26B43"/>
          </p15:clr>
        </p15:guide>
        <p15:guide id="12" orient="horz" pos="660" userDrawn="1">
          <p15:clr>
            <a:srgbClr val="F26B43"/>
          </p15:clr>
        </p15:guide>
        <p15:guide id="13" orient="horz" pos="780" userDrawn="1">
          <p15:clr>
            <a:srgbClr val="F26B43"/>
          </p15:clr>
        </p15:guide>
        <p15:guide id="14" orient="horz" pos="1812" userDrawn="1">
          <p15:clr>
            <a:srgbClr val="F26B43"/>
          </p15:clr>
        </p15:guide>
        <p15:guide id="15" orient="horz" pos="1980" userDrawn="1">
          <p15:clr>
            <a:srgbClr val="F26B43"/>
          </p15:clr>
        </p15:guide>
        <p15:guide id="16" orient="horz" pos="29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25.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gn="l">
              <a:lnSpc>
                <a:spcPct val="120000"/>
              </a:lnSpc>
              <a:spcAft>
                <a:spcPts val="0"/>
              </a:spcAft>
            </a:pPr>
            <a:r>
              <a:rPr sz="2600" b="1" i="0">
                <a:solidFill>
                  <a:srgbClr val="FFFFFF"/>
                </a:solidFill>
                <a:latin typeface="Montserrat"/>
                <a:ea typeface="Noto Sans JP"/>
                <a:cs typeface="Noto Sans JP"/>
              </a:rPr>
              <a:t>「AIが止まれば業務が止まる」時代へ
― 本番業務で使えるエンタープライズAIのアーキテクチャ</a:t>
            </a:r>
          </a:p>
        </p:txBody>
      </p:sp>
      <p:sp>
        <p:nvSpPr>
          <p:cNvPr id="3" name="Subtitle 2"/>
          <p:cNvSpPr>
            <a:spLocks noGrp="1"/>
          </p:cNvSpPr>
          <p:nvPr>
            <p:ph type="subTitle" idx="1"/>
          </p:nvPr>
        </p:nvSpPr>
        <p:spPr/>
        <p:txBody>
          <a:bodyPr wrap="square"/>
          <a:lstStyle/>
          <a:p>
            <a:pPr algn="l">
              <a:lnSpc>
                <a:spcPct val="140000"/>
              </a:lnSpc>
              <a:spcAft>
                <a:spcPts val="0"/>
              </a:spcAft>
            </a:pPr>
            <a:r>
              <a:rPr sz="1300" b="0" i="0">
                <a:solidFill>
                  <a:srgbClr val="C9C8D2"/>
                </a:solidFill>
                <a:latin typeface="Montserrat"/>
                <a:ea typeface="Noto Sans JP"/>
                <a:cs typeface="Noto Sans JP"/>
              </a:rPr>
              <a:t>部署名
肩書き
氏名</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a:pPr algn="l">
              <a:lnSpc>
                <a:spcPct val="125000"/>
              </a:lnSpc>
              <a:spcAft>
                <a:spcPts val="0"/>
              </a:spcAft>
            </a:pPr>
            <a:r>
              <a:rPr sz="1200" b="0" i="0">
                <a:solidFill>
                  <a:srgbClr val="C9C8D2"/>
                </a:solidFill>
                <a:latin typeface="Montserrat"/>
                <a:ea typeface="Noto Sans JP"/>
                <a:cs typeface="Noto Sans JP"/>
              </a:rPr>
              <a:t>Nutanix</a:t>
            </a:r>
          </a:p>
        </p:txBody>
      </p:sp>
      <p:sp>
        <p:nvSpPr>
          <p:cNvPr id="3" name="Text Placeholder 2"/>
          <p:cNvSpPr>
            <a:spLocks noGrp="1"/>
          </p:cNvSpPr>
          <p:nvPr>
            <p:ph type="body" idx="2"/>
          </p:nvPr>
        </p:nvSpPr>
        <p:spPr/>
        <p:txBody>
          <a:bodyPr/>
          <a:lstStyle/>
          <a:p>
            <a:pPr algn="l">
              <a:lnSpc>
                <a:spcPct val="125000"/>
              </a:lnSpc>
              <a:spcAft>
                <a:spcPts val="0"/>
              </a:spcAft>
            </a:pPr>
            <a:r>
              <a:rPr sz="2200" b="1" i="0">
                <a:solidFill>
                  <a:srgbClr val="FFFFFF"/>
                </a:solidFill>
                <a:latin typeface="Montserrat"/>
                <a:ea typeface="Noto Sans JP"/>
                <a:cs typeface="Noto Sans JP"/>
              </a:rPr>
              <a:t>Name</a:t>
            </a:r>
          </a:p>
        </p:txBody>
      </p:sp>
      <p:sp>
        <p:nvSpPr>
          <p:cNvPr id="4" name="Text Placeholder 3"/>
          <p:cNvSpPr>
            <a:spLocks noGrp="1"/>
          </p:cNvSpPr>
          <p:nvPr>
            <p:ph type="body" idx="3"/>
          </p:nvPr>
        </p:nvSpPr>
        <p:spPr/>
        <p:txBody>
          <a:bodyPr/>
          <a:lstStyle/>
          <a:p>
            <a:pPr algn="l">
              <a:lnSpc>
                <a:spcPct val="125000"/>
              </a:lnSpc>
              <a:spcAft>
                <a:spcPts val="0"/>
              </a:spcAft>
            </a:pPr>
            <a:r>
              <a:rPr sz="1200" b="0" i="0">
                <a:solidFill>
                  <a:srgbClr val="C9C8D2"/>
                </a:solidFill>
                <a:latin typeface="Montserrat"/>
                <a:ea typeface="Noto Sans JP"/>
                <a:cs typeface="Noto Sans JP"/>
              </a:rPr>
              <a:t>Dept, title</a:t>
            </a:r>
          </a:p>
        </p:txBody>
      </p:sp>
      <p:sp>
        <p:nvSpPr>
          <p:cNvPr id="5" name="Text Placeholder 4"/>
          <p:cNvSpPr>
            <a:spLocks noGrp="1"/>
          </p:cNvSpPr>
          <p:nvPr>
            <p:ph type="body" idx="5"/>
          </p:nvPr>
        </p:nvSpPr>
        <p:spPr/>
        <p:txBody>
          <a:bodyPr/>
          <a:lstStyle/>
          <a:p/>
        </p:txBody>
      </p:sp>
      <p:sp>
        <p:nvSpPr>
          <p:cNvPr id="6" name="Picture Placeholder 5"/>
          <p:cNvSpPr>
            <a:spLocks noGrp="1"/>
          </p:cNvSpPr>
          <p:nvPr>
            <p:ph type="pic" idx="6"/>
          </p:nvPr>
        </p:nvSpPr>
        <p:spPr/>
      </p:sp>
      <p:sp>
        <p:nvSpPr>
          <p:cNvPr id="7" name="Picture Placeholder 6"/>
          <p:cNvSpPr>
            <a:spLocks noGrp="1"/>
          </p:cNvSpPr>
          <p:nvPr>
            <p:ph type="pic" idx="7"/>
          </p:nvPr>
        </p:nvSpPr>
        <p:spPr/>
      </p:sp>
      <p:sp>
        <p:nvSpPr>
          <p:cNvPr id="8" name="Text Placeholder 7"/>
          <p:cNvSpPr>
            <a:spLocks noGrp="1"/>
          </p:cNvSpPr>
          <p:nvPr>
            <p:ph type="body" idx="12"/>
          </p:nvPr>
        </p:nvSpPr>
        <p:spPr/>
        <p:txBody>
          <a:bodyPr/>
          <a:lstStyle/>
          <a:p/>
        </p:txBody>
      </p:sp>
      <p:sp>
        <p:nvSpPr>
          <p:cNvPr id="9" name="Text Placeholder 8"/>
          <p:cNvSpPr>
            <a:spLocks noGrp="1"/>
          </p:cNvSpPr>
          <p:nvPr>
            <p:ph type="body" idx="13"/>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493776"/>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要件は4つ。充足する層はアプリではなく Gateway</a:t>
            </a:r>
          </a:p>
        </p:txBody>
      </p:sp>
      <p:sp>
        <p:nvSpPr>
          <p:cNvPr id="3" name="TextBox 2"/>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本日の結論</a:t>
            </a:r>
          </a:p>
        </p:txBody>
      </p:sp>
      <p:graphicFrame>
        <p:nvGraphicFramePr>
          <p:cNvPr id="4" name="Table 3"/>
          <p:cNvGraphicFramePr>
            <a:graphicFrameLocks noGrp="1"/>
          </p:cNvGraphicFramePr>
          <p:nvPr/>
        </p:nvGraphicFramePr>
        <p:xfrm>
          <a:off x="420624" y="1389888"/>
          <a:ext cx="8302752" cy="2304288"/>
        </p:xfrm>
        <a:graphic>
          <a:graphicData uri="http://schemas.openxmlformats.org/drawingml/2006/table">
            <a:tbl>
              <a:tblPr firstRow="1" bandRow="1">
                <a:tableStyleId>{5C22544A-7EE6-4342-B048-85BDC9FD1C3A}</a:tableStyleId>
              </a:tblPr>
              <a:tblGrid>
                <a:gridCol w="2834640"/>
                <a:gridCol w="5468112"/>
              </a:tblGrid>
              <a:tr h="384048">
                <a:tc>
                  <a:txBody>
                    <a:bodyPr wrap="square"/>
                    <a:lstStyle/>
                    <a:p>
                      <a:pPr algn="l">
                        <a:lnSpc>
                          <a:spcPct val="125000"/>
                        </a:lnSpc>
                        <a:spcAft>
                          <a:spcPts val="0"/>
                        </a:spcAft>
                      </a:pPr>
                      <a:r>
                        <a:rPr sz="1100" b="1" i="0">
                          <a:solidFill>
                            <a:srgbClr val="4A4A55"/>
                          </a:solidFill>
                          <a:latin typeface="Montserrat"/>
                          <a:ea typeface="Noto Sans JP"/>
                          <a:cs typeface="Noto Sans JP"/>
                        </a:rPr>
                        <a:t>本番AI基盤の非機能要件</a:t>
                      </a:r>
                    </a:p>
                  </a:txBody>
                  <a:tcPr marL="36576" marR="36576" marT="27432" marB="27432" anchor="ctr">
                    <a:noFill/>
                  </a:tcPr>
                </a:tc>
                <a:tc>
                  <a:txBody>
                    <a:bodyPr wrap="square"/>
                    <a:lstStyle/>
                    <a:p>
                      <a:pPr algn="l">
                        <a:lnSpc>
                          <a:spcPct val="125000"/>
                        </a:lnSpc>
                        <a:spcAft>
                          <a:spcPts val="0"/>
                        </a:spcAft>
                      </a:pPr>
                      <a:r>
                        <a:rPr sz="1100" b="1" i="0">
                          <a:solidFill>
                            <a:srgbClr val="4A4A55"/>
                          </a:solidFill>
                          <a:latin typeface="Montserrat"/>
                          <a:ea typeface="Noto Sans JP"/>
                          <a:cs typeface="Noto Sans JP"/>
                        </a:rPr>
                        <a:t>対応する NAI 2.7 の機能</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移植性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統合エンドポイント ― 単一API・マルチプロバイダ</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可用性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統合エンドポイント ― ロードバランス／フォールバック</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コスト予測可能性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トークンレートリミット</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データ主権</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MCP接続制御</a:t>
                      </a:r>
                    </a:p>
                  </a:txBody>
                  <a:tcPr marL="36576" marR="36576" marT="27432" marB="27432" anchor="ctr">
                    <a:noFill/>
                  </a:tcPr>
                </a:tc>
              </a:tr>
              <a:tr h="384048">
                <a:tc>
                  <a:txBody>
                    <a:bodyPr wrap="square"/>
                    <a:lstStyle/>
                    <a:p>
                      <a:pPr algn="l">
                        <a:lnSpc>
                          <a:spcPct val="125000"/>
                        </a:lnSpc>
                        <a:spcAft>
                          <a:spcPts val="0"/>
                        </a:spcAft>
                      </a:pPr>
                      <a:r>
                        <a:rPr sz="1500" b="0" i="1">
                          <a:solidFill>
                            <a:srgbClr val="3A3A46"/>
                          </a:solidFill>
                          <a:latin typeface="Montserrat"/>
                          <a:ea typeface="Noto Sans JP"/>
                          <a:cs typeface="Noto Sans JP"/>
                        </a:rPr>
                        <a:t>（横断する最適化）</a:t>
                      </a:r>
                    </a:p>
                  </a:txBody>
                  <a:tcPr marL="36576" marR="36576" marT="27432" marB="27432" anchor="ctr">
                    <a:noFill/>
                  </a:tcPr>
                </a:tc>
                <a:tc>
                  <a:txBody>
                    <a:bodyPr wrap="square"/>
                    <a:lstStyle/>
                    <a:p>
                      <a:pPr algn="l">
                        <a:lnSpc>
                          <a:spcPct val="125000"/>
                        </a:lnSpc>
                        <a:spcAft>
                          <a:spcPts val="0"/>
                        </a:spcAft>
                      </a:pPr>
                      <a:r>
                        <a:rPr sz="1500" b="0" i="0">
                          <a:solidFill>
                            <a:srgbClr val="3A3A46"/>
                          </a:solidFill>
                          <a:latin typeface="Montserrat"/>
                          <a:ea typeface="Noto Sans JP"/>
                          <a:cs typeface="Noto Sans JP"/>
                        </a:rPr>
                        <a:t>セマンティックルーティング【ロードマップ】</a:t>
                      </a:r>
                    </a:p>
                  </a:txBody>
                  <a:tcPr marL="36576" marR="36576" marT="27432" marB="27432" anchor="ctr">
                    <a:noFill/>
                  </a:tcPr>
                </a:tc>
              </a:tr>
            </a:tbl>
          </a:graphicData>
        </a:graphic>
      </p:graphicFrame>
      <p:cxnSp>
        <p:nvCxnSpPr>
          <p:cNvPr id="5" name="Connector 4"/>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7" name="TextBox 6"/>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この対応関係が、本日の地図になる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493776"/>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2027年、推論が学習を上回る</a:t>
            </a:r>
          </a:p>
        </p:txBody>
      </p:sp>
      <p:sp>
        <p:nvSpPr>
          <p:cNvPr id="3" name="TextBox 2"/>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補助ツールから、業務プロセスの構成要素へ</a:t>
            </a:r>
          </a:p>
        </p:txBody>
      </p:sp>
      <p:graphicFrame>
        <p:nvGraphicFramePr>
          <p:cNvPr id="4" name="Chart 3"/>
          <p:cNvGraphicFramePr>
            <a:graphicFrameLocks noGrp="1"/>
          </p:cNvGraphicFramePr>
          <p:nvPr/>
        </p:nvGraphicFramePr>
        <p:xfrm>
          <a:off x="420624" y="1133856"/>
          <a:ext cx="8302752" cy="2615184"/>
        </p:xfrm>
        <a:graphic>
          <a:graphicData uri="http://schemas.openxmlformats.org/drawingml/2006/chart">
            <c:chart xmlns:c="http://schemas.openxmlformats.org/drawingml/2006/chart" r:id="rId2"/>
          </a:graphicData>
        </a:graphic>
      </p:graphicFrame>
      <p:cxnSp>
        <p:nvCxnSpPr>
          <p:cNvPr id="5" name="Connector 4"/>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7" name="TextBox 6"/>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AI基盤は「作る」から「使い続ける」フェーズへ移った</a:t>
            </a:r>
          </a:p>
        </p:txBody>
      </p:sp>
      <p:sp>
        <p:nvSpPr>
          <p:cNvPr id="8" name="TextBox 7"/>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Source: IDC, 2026 ｜ IDC Japan『2026年 国内AIインフラおよびAI向けITインフラサービス市場動向分析』（Doc #JPJ54233926, March 2026） の Table 3（単位：十億円）を基に作成</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約束される水準と、実際に起きたこと</a:t>
            </a:r>
          </a:p>
        </p:txBody>
      </p:sp>
      <p:sp>
        <p:nvSpPr>
          <p:cNvPr id="3" name="TextBox 2"/>
          <p:cNvSpPr txBox="1"/>
          <p:nvPr/>
        </p:nvSpPr>
        <p:spPr>
          <a:xfrm>
            <a:off x="420624"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提供されるSLA</a:t>
            </a:r>
          </a:p>
        </p:txBody>
      </p:sp>
      <p:cxnSp>
        <p:nvCxnSpPr>
          <p:cNvPr id="4" name="Connector 3"/>
          <p:cNvCxnSpPr/>
          <p:nvPr/>
        </p:nvCxnSpPr>
        <p:spPr>
          <a:xfrm>
            <a:off x="420624" y="1554480"/>
            <a:ext cx="387705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OpenAI Scale Tier ／ 99.9%</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Anthropic Priority Tier ／ 99.5%目標</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Azure OpenAI ／ 99.9%</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C6BEFE"/>
                </a:highlight>
              </a:rPr>
              <a:t>99.9% ＝ 年間 約8.76時間</a:t>
            </a:r>
          </a:p>
        </p:txBody>
      </p:sp>
      <p:sp>
        <p:nvSpPr>
          <p:cNvPr id="6" name="TextBox 5"/>
          <p:cNvSpPr txBox="1"/>
          <p:nvPr/>
        </p:nvSpPr>
        <p:spPr>
          <a:xfrm>
            <a:off x="4846320"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実際の障害 ／ Azure OpenAI</a:t>
            </a:r>
          </a:p>
        </p:txBody>
      </p:sp>
      <p:cxnSp>
        <p:nvCxnSpPr>
          <p:cNvPr id="7" name="Connector 6"/>
          <p:cNvCxnSpPr/>
          <p:nvPr/>
        </p:nvCxnSpPr>
        <p:spPr>
          <a:xfrm>
            <a:off x="4846320" y="1554480"/>
            <a:ext cx="3877056" cy="0"/>
          </a:xfrm>
          <a:prstGeom prst="line">
            <a:avLst/>
          </a:prstGeom>
          <a:ln w="25400">
            <a:solidFill>
              <a:srgbClr val="4A3FA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0"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2026年5月29日 09:39–17:05 UTC</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C6BEFE"/>
                </a:highlight>
              </a:rPr>
              <a:t>1回で約7時間26分</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レイテンシ増大・タイムアウト・5XX</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B2F8FF"/>
                </a:highlight>
              </a:rPr>
              <a:t>引き金は内部リトライの急増</a:t>
            </a:r>
          </a:p>
        </p:txBody>
      </p:sp>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単一プロバイダのSLAは、基幹業務のSLOを満たさない</a:t>
            </a:r>
          </a:p>
        </p:txBody>
      </p:sp>
      <p:sp>
        <p:nvSpPr>
          <p:cNvPr id="12" name="TextBox 11"/>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出所：Microsoft Azure「Azure status history」／ OpenAI Help Center、各社公開ドキュメント。年間停止時間は 8,760時間 × 0.1% として算出（自社計算）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可用性の毀損は、サービス停止に限らない</a:t>
            </a:r>
          </a:p>
        </p:txBody>
      </p:sp>
      <p:sp>
        <p:nvSpPr>
          <p:cNvPr id="3" name="Rectangle 2"/>
          <p:cNvSpPr/>
          <p:nvPr/>
        </p:nvSpPr>
        <p:spPr>
          <a:xfrm>
            <a:off x="420624"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000" b="1" i="0">
                <a:solidFill>
                  <a:srgbClr val="5A5A66"/>
                </a:solidFill>
                <a:latin typeface="Montserrat"/>
                <a:ea typeface="Noto Sans JP"/>
                <a:cs typeface="Noto Sans JP"/>
              </a:rPr>
              <a:t>01</a:t>
            </a:r>
          </a:p>
          <a:p>
            <a:pPr algn="l">
              <a:lnSpc>
                <a:spcPct val="115000"/>
              </a:lnSpc>
              <a:spcAft>
                <a:spcPts val="300"/>
              </a:spcAft>
            </a:pPr>
            <a:r>
              <a:rPr sz="1500" b="1" i="0">
                <a:solidFill>
                  <a:srgbClr val="131313"/>
                </a:solidFill>
                <a:latin typeface="Montserrat"/>
                <a:ea typeface="Noto Sans JP"/>
                <a:cs typeface="Noto Sans JP"/>
              </a:rPr>
              <a:t>サービス停止</a:t>
            </a:r>
          </a:p>
          <a:p>
            <a:pPr algn="l">
              <a:lnSpc>
                <a:spcPct val="125000"/>
              </a:lnSpc>
              <a:spcAft>
                <a:spcPts val="0"/>
              </a:spcAft>
            </a:pPr>
            <a:r>
              <a:rPr sz="1150" b="0" i="0">
                <a:solidFill>
                  <a:srgbClr val="2C2C36"/>
                </a:solidFill>
                <a:latin typeface="Montserrat"/>
                <a:ea typeface="Noto Sans JP"/>
                <a:cs typeface="Noto Sans JP"/>
              </a:rPr>
              <a:t>プロバイダ側の障害</a:t>
            </a:r>
          </a:p>
        </p:txBody>
      </p:sp>
      <p:sp>
        <p:nvSpPr>
          <p:cNvPr id="4" name="Rectangle 3"/>
          <p:cNvSpPr/>
          <p:nvPr/>
        </p:nvSpPr>
        <p:spPr>
          <a:xfrm>
            <a:off x="3249168"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000" b="1" i="0">
                <a:solidFill>
                  <a:srgbClr val="5A5A66"/>
                </a:solidFill>
                <a:latin typeface="Montserrat"/>
                <a:ea typeface="Noto Sans JP"/>
                <a:cs typeface="Noto Sans JP"/>
              </a:rPr>
              <a:t>02</a:t>
            </a:r>
          </a:p>
          <a:p>
            <a:pPr algn="l">
              <a:lnSpc>
                <a:spcPct val="115000"/>
              </a:lnSpc>
              <a:spcAft>
                <a:spcPts val="300"/>
              </a:spcAft>
            </a:pPr>
            <a:r>
              <a:rPr sz="1500" b="1" i="0">
                <a:solidFill>
                  <a:srgbClr val="131313"/>
                </a:solidFill>
                <a:latin typeface="Montserrat"/>
                <a:ea typeface="Noto Sans JP"/>
                <a:cs typeface="Noto Sans JP"/>
              </a:rPr>
              <a:t>レート制限</a:t>
            </a:r>
          </a:p>
          <a:p>
            <a:pPr algn="l">
              <a:lnSpc>
                <a:spcPct val="125000"/>
              </a:lnSpc>
              <a:spcAft>
                <a:spcPts val="0"/>
              </a:spcAft>
            </a:pPr>
            <a:r>
              <a:rPr sz="1150" b="0" i="0">
                <a:solidFill>
                  <a:srgbClr val="2C2C36"/>
                </a:solidFill>
                <a:latin typeface="Montserrat"/>
                <a:ea typeface="Noto Sans JP"/>
                <a:cs typeface="Noto Sans JP"/>
              </a:rPr>
              <a:t>429。上限への到達</a:t>
            </a:r>
          </a:p>
        </p:txBody>
      </p:sp>
      <p:sp>
        <p:nvSpPr>
          <p:cNvPr id="5" name="Rectangle 4"/>
          <p:cNvSpPr/>
          <p:nvPr/>
        </p:nvSpPr>
        <p:spPr>
          <a:xfrm>
            <a:off x="6077712"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000" b="1" i="0">
                <a:solidFill>
                  <a:srgbClr val="5A5A66"/>
                </a:solidFill>
                <a:latin typeface="Montserrat"/>
                <a:ea typeface="Noto Sans JP"/>
                <a:cs typeface="Noto Sans JP"/>
              </a:rPr>
              <a:t>03</a:t>
            </a:r>
          </a:p>
          <a:p>
            <a:pPr algn="l">
              <a:lnSpc>
                <a:spcPct val="115000"/>
              </a:lnSpc>
              <a:spcAft>
                <a:spcPts val="300"/>
              </a:spcAft>
            </a:pPr>
            <a:r>
              <a:rPr sz="1500" b="1" i="0">
                <a:solidFill>
                  <a:srgbClr val="131313"/>
                </a:solidFill>
                <a:latin typeface="Montserrat"/>
                <a:ea typeface="Noto Sans JP"/>
                <a:cs typeface="Noto Sans JP"/>
              </a:rPr>
              <a:t>レイテンシ劣化</a:t>
            </a:r>
          </a:p>
          <a:p>
            <a:pPr algn="l">
              <a:lnSpc>
                <a:spcPct val="125000"/>
              </a:lnSpc>
              <a:spcAft>
                <a:spcPts val="0"/>
              </a:spcAft>
            </a:pPr>
            <a:r>
              <a:rPr sz="1150" b="0" i="0">
                <a:solidFill>
                  <a:srgbClr val="2C2C36"/>
                </a:solidFill>
                <a:latin typeface="Montserrat"/>
                <a:ea typeface="Noto Sans JP"/>
                <a:cs typeface="Noto Sans JP"/>
              </a:rPr>
              <a:t>応答するが間に合わない</a:t>
            </a:r>
          </a:p>
        </p:txBody>
      </p:sp>
      <p:sp>
        <p:nvSpPr>
          <p:cNvPr id="6" name="Rectangle 5"/>
          <p:cNvSpPr/>
          <p:nvPr/>
        </p:nvSpPr>
        <p:spPr>
          <a:xfrm>
            <a:off x="420624" y="2752344"/>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000" b="1" i="0">
                <a:solidFill>
                  <a:srgbClr val="5A5A66"/>
                </a:solidFill>
                <a:latin typeface="Montserrat"/>
                <a:ea typeface="Noto Sans JP"/>
                <a:cs typeface="Noto Sans JP"/>
              </a:rPr>
              <a:t>04</a:t>
            </a:r>
          </a:p>
          <a:p>
            <a:pPr algn="l">
              <a:lnSpc>
                <a:spcPct val="115000"/>
              </a:lnSpc>
              <a:spcAft>
                <a:spcPts val="300"/>
              </a:spcAft>
            </a:pPr>
            <a:r>
              <a:rPr sz="1500" b="1" i="0">
                <a:solidFill>
                  <a:srgbClr val="131313"/>
                </a:solidFill>
                <a:latin typeface="Montserrat"/>
                <a:ea typeface="Noto Sans JP"/>
                <a:cs typeface="Noto Sans JP"/>
              </a:rPr>
              <a:t>提供終了・版数変更</a:t>
            </a:r>
          </a:p>
          <a:p>
            <a:pPr algn="l">
              <a:lnSpc>
                <a:spcPct val="125000"/>
              </a:lnSpc>
              <a:spcAft>
                <a:spcPts val="0"/>
              </a:spcAft>
            </a:pPr>
            <a:r>
              <a:rPr sz="1150" b="0" i="0">
                <a:solidFill>
                  <a:srgbClr val="2C2C36"/>
                </a:solidFill>
                <a:latin typeface="Montserrat"/>
                <a:ea typeface="Noto Sans JP"/>
                <a:cs typeface="Noto Sans JP"/>
              </a:rPr>
              <a:t>モデルの廃止と更新</a:t>
            </a:r>
          </a:p>
        </p:txBody>
      </p:sp>
      <p:sp>
        <p:nvSpPr>
          <p:cNvPr id="7" name="Rectangle 6"/>
          <p:cNvSpPr/>
          <p:nvPr/>
        </p:nvSpPr>
        <p:spPr>
          <a:xfrm>
            <a:off x="3249168" y="2752344"/>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000" b="1" i="0">
                <a:solidFill>
                  <a:srgbClr val="5A5A66"/>
                </a:solidFill>
                <a:latin typeface="Montserrat"/>
                <a:ea typeface="Noto Sans JP"/>
                <a:cs typeface="Noto Sans JP"/>
              </a:rPr>
              <a:t>05</a:t>
            </a:r>
          </a:p>
          <a:p>
            <a:pPr algn="l">
              <a:lnSpc>
                <a:spcPct val="115000"/>
              </a:lnSpc>
              <a:spcAft>
                <a:spcPts val="300"/>
              </a:spcAft>
            </a:pPr>
            <a:r>
              <a:rPr sz="1500" b="1" i="0">
                <a:solidFill>
                  <a:srgbClr val="131313"/>
                </a:solidFill>
                <a:latin typeface="Montserrat"/>
                <a:ea typeface="Noto Sans JP"/>
                <a:cs typeface="Noto Sans JP"/>
              </a:rPr>
              <a:t>リージョン障害</a:t>
            </a:r>
          </a:p>
          <a:p>
            <a:pPr algn="l">
              <a:lnSpc>
                <a:spcPct val="125000"/>
              </a:lnSpc>
              <a:spcAft>
                <a:spcPts val="0"/>
              </a:spcAft>
            </a:pPr>
            <a:r>
              <a:rPr sz="1150" b="0" i="0">
                <a:solidFill>
                  <a:srgbClr val="2C2C36"/>
                </a:solidFill>
                <a:latin typeface="Montserrat"/>
                <a:ea typeface="Noto Sans JP"/>
                <a:cs typeface="Noto Sans JP"/>
              </a:rPr>
              <a:t>地域単位での影響</a:t>
            </a:r>
          </a:p>
        </p:txBody>
      </p:sp>
      <p:sp>
        <p:nvSpPr>
          <p:cNvPr id="8" name="Rectangle 7"/>
          <p:cNvSpPr/>
          <p:nvPr/>
        </p:nvSpPr>
        <p:spPr>
          <a:xfrm>
            <a:off x="6077712" y="2752344"/>
            <a:ext cx="2645664" cy="1289304"/>
          </a:xfrm>
          <a:prstGeom prst="rect">
            <a:avLst/>
          </a:prstGeom>
          <a:solidFill>
            <a:srgbClr val="C6BEFE"/>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アプリから見れば
5類型すべてが
等価な「処理不能」</a:t>
            </a:r>
          </a:p>
        </p:txBody>
      </p:sp>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アプリから見れば、5類型はすべて等価な「処理不能」である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本番AI基盤に求められる4つの非機能要件</a:t>
            </a:r>
          </a:p>
        </p:txBody>
      </p:sp>
      <p:sp>
        <p:nvSpPr>
          <p:cNvPr id="3" name="Rectangle 2"/>
          <p:cNvSpPr/>
          <p:nvPr/>
        </p:nvSpPr>
        <p:spPr>
          <a:xfrm>
            <a:off x="420624" y="1280160"/>
            <a:ext cx="4059936" cy="1170432"/>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可用性  Availability</a:t>
            </a:r>
          </a:p>
          <a:p>
            <a:pPr algn="l">
              <a:lnSpc>
                <a:spcPct val="125000"/>
              </a:lnSpc>
              <a:spcAft>
                <a:spcPts val="0"/>
              </a:spcAft>
            </a:pPr>
            <a:r>
              <a:rPr sz="1150" b="0" i="0">
                <a:solidFill>
                  <a:srgbClr val="2C2C36"/>
                </a:solidFill>
                <a:latin typeface="Montserrat"/>
                <a:ea typeface="Noto Sans JP"/>
                <a:cs typeface="Noto Sans JP"/>
              </a:rPr>
              <a:t>個別プロバイダの障害時にも処理を継続できること</a:t>
            </a:r>
          </a:p>
        </p:txBody>
      </p:sp>
      <p:pic>
        <p:nvPicPr>
          <p:cNvPr id="4" name="Picture 3" descr="availability.png"/>
          <p:cNvPicPr>
            <a:picLocks noChangeAspect="1"/>
          </p:cNvPicPr>
          <p:nvPr/>
        </p:nvPicPr>
        <p:blipFill>
          <a:blip r:embed="rId2"/>
          <a:stretch>
            <a:fillRect/>
          </a:stretch>
        </p:blipFill>
        <p:spPr>
          <a:xfrm>
            <a:off x="512064" y="1353312"/>
            <a:ext cx="310896" cy="310896"/>
          </a:xfrm>
          <a:prstGeom prst="rect">
            <a:avLst/>
          </a:prstGeom>
        </p:spPr>
      </p:pic>
      <p:sp>
        <p:nvSpPr>
          <p:cNvPr id="5" name="Rectangle 4"/>
          <p:cNvSpPr/>
          <p:nvPr/>
        </p:nvSpPr>
        <p:spPr>
          <a:xfrm>
            <a:off x="4663440" y="1280160"/>
            <a:ext cx="4059936" cy="1170432"/>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コスト予測可能性  Cost Predictability</a:t>
            </a:r>
          </a:p>
          <a:p>
            <a:pPr algn="l">
              <a:lnSpc>
                <a:spcPct val="125000"/>
              </a:lnSpc>
              <a:spcAft>
                <a:spcPts val="0"/>
              </a:spcAft>
            </a:pPr>
            <a:r>
              <a:rPr sz="1150" b="0" i="0">
                <a:solidFill>
                  <a:srgbClr val="2C2C36"/>
                </a:solidFill>
                <a:latin typeface="Montserrat"/>
                <a:ea typeface="Noto Sans JP"/>
                <a:cs typeface="Noto Sans JP"/>
              </a:rPr>
              <a:t>消費量を計測・按分・制限し、支出を統制下に置けること</a:t>
            </a:r>
          </a:p>
        </p:txBody>
      </p:sp>
      <p:pic>
        <p:nvPicPr>
          <p:cNvPr id="6" name="Picture 5" descr="cost.png"/>
          <p:cNvPicPr>
            <a:picLocks noChangeAspect="1"/>
          </p:cNvPicPr>
          <p:nvPr/>
        </p:nvPicPr>
        <p:blipFill>
          <a:blip r:embed="rId3"/>
          <a:stretch>
            <a:fillRect/>
          </a:stretch>
        </p:blipFill>
        <p:spPr>
          <a:xfrm>
            <a:off x="4754880" y="1353312"/>
            <a:ext cx="310896" cy="310896"/>
          </a:xfrm>
          <a:prstGeom prst="rect">
            <a:avLst/>
          </a:prstGeom>
        </p:spPr>
      </p:pic>
      <p:sp>
        <p:nvSpPr>
          <p:cNvPr id="7" name="Rectangle 6"/>
          <p:cNvSpPr/>
          <p:nvPr/>
        </p:nvSpPr>
        <p:spPr>
          <a:xfrm>
            <a:off x="420624" y="2633472"/>
            <a:ext cx="4059936" cy="1170432"/>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データ主権  Data Sovereignty</a:t>
            </a:r>
          </a:p>
          <a:p>
            <a:pPr algn="l">
              <a:lnSpc>
                <a:spcPct val="125000"/>
              </a:lnSpc>
              <a:spcAft>
                <a:spcPts val="0"/>
              </a:spcAft>
            </a:pPr>
            <a:r>
              <a:rPr sz="1150" b="0" i="0">
                <a:solidFill>
                  <a:srgbClr val="2C2C36"/>
                </a:solidFill>
                <a:latin typeface="Montserrat"/>
                <a:ea typeface="Noto Sans JP"/>
                <a:cs typeface="Noto Sans JP"/>
              </a:rPr>
              <a:t>機密データの所在と準拠法域を統制できること</a:t>
            </a:r>
          </a:p>
        </p:txBody>
      </p:sp>
      <p:pic>
        <p:nvPicPr>
          <p:cNvPr id="8" name="Picture 7" descr="lock.png"/>
          <p:cNvPicPr>
            <a:picLocks noChangeAspect="1"/>
          </p:cNvPicPr>
          <p:nvPr/>
        </p:nvPicPr>
        <p:blipFill>
          <a:blip r:embed="rId4"/>
          <a:stretch>
            <a:fillRect/>
          </a:stretch>
        </p:blipFill>
        <p:spPr>
          <a:xfrm>
            <a:off x="512064" y="2706624"/>
            <a:ext cx="310896" cy="310896"/>
          </a:xfrm>
          <a:prstGeom prst="rect">
            <a:avLst/>
          </a:prstGeom>
        </p:spPr>
      </p:pic>
      <p:sp>
        <p:nvSpPr>
          <p:cNvPr id="9" name="Rectangle 8"/>
          <p:cNvSpPr/>
          <p:nvPr/>
        </p:nvSpPr>
        <p:spPr>
          <a:xfrm>
            <a:off x="4663440" y="2633472"/>
            <a:ext cx="4059936" cy="1170432"/>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移植性  Portability</a:t>
            </a:r>
          </a:p>
          <a:p>
            <a:pPr algn="l">
              <a:lnSpc>
                <a:spcPct val="125000"/>
              </a:lnSpc>
              <a:spcAft>
                <a:spcPts val="0"/>
              </a:spcAft>
            </a:pPr>
            <a:r>
              <a:rPr sz="1150" b="0" i="0">
                <a:solidFill>
                  <a:srgbClr val="2C2C36"/>
                </a:solidFill>
                <a:latin typeface="Montserrat"/>
                <a:ea typeface="Noto Sans JP"/>
                <a:cs typeface="Noto Sans JP"/>
              </a:rPr>
              <a:t>特定プロバイダに依存せず代替可能に保てること</a:t>
            </a:r>
          </a:p>
        </p:txBody>
      </p:sp>
      <p:pic>
        <p:nvPicPr>
          <p:cNvPr id="10" name="Picture 9" descr="multicloud.png"/>
          <p:cNvPicPr>
            <a:picLocks noChangeAspect="1"/>
          </p:cNvPicPr>
          <p:nvPr/>
        </p:nvPicPr>
        <p:blipFill>
          <a:blip r:embed="rId5"/>
          <a:stretch>
            <a:fillRect/>
          </a:stretch>
        </p:blipFill>
        <p:spPr>
          <a:xfrm>
            <a:off x="4754880" y="2706624"/>
            <a:ext cx="310896" cy="310896"/>
          </a:xfrm>
          <a:prstGeom prst="rect">
            <a:avLst/>
          </a:prstGeom>
        </p:spPr>
      </p:pic>
      <p:cxnSp>
        <p:nvCxnSpPr>
          <p:cNvPr id="11" name="Connector 10"/>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3" name="TextBox 12"/>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この4つは、国内のAIインフラ意思決定者が実際に求めているものである</a:t>
            </a:r>
          </a:p>
        </p:txBody>
      </p:sp>
      <p:sp>
        <p:nvSpPr>
          <p:cNvPr id="14" name="TextBox 13"/>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Source: IDC, 2026 ｜ IDC Japan (Doc #JPJ54233926, March 2026)、「Japan Digital and AI Infrastructure Strategies and Investment Survey 2026」（n=551）を基に作成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不確実性は二重である</a:t>
            </a:r>
          </a:p>
        </p:txBody>
      </p:sp>
      <p:sp>
        <p:nvSpPr>
          <p:cNvPr id="7" name="TextBox 6"/>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コスト予測可能性</a:t>
            </a:r>
          </a:p>
        </p:txBody>
      </p:sp>
      <p:sp>
        <p:nvSpPr>
          <p:cNvPr id="8" name="TextBox 7"/>
          <p:cNvSpPr txBox="1"/>
          <p:nvPr/>
        </p:nvSpPr>
        <p:spPr>
          <a:xfrm>
            <a:off x="420624" y="1389888"/>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① 量 ― 実行時に決まる</a:t>
            </a:r>
          </a:p>
        </p:txBody>
      </p:sp>
      <p:cxnSp>
        <p:nvCxnSpPr>
          <p:cNvPr id="9" name="Connector 8"/>
          <p:cNvCxnSpPr/>
          <p:nvPr/>
        </p:nvCxnSpPr>
        <p:spPr>
          <a:xfrm>
            <a:off x="420624" y="1664208"/>
            <a:ext cx="387705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0624" y="1773936"/>
            <a:ext cx="3877056" cy="2029968"/>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推論 → 行動 → 観測 → 再推論</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反復回数はタスクの難易度に依存</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C6BEFE"/>
                </a:highlight>
              </a:rPr>
              <a:t>同一業務でも消費量が一定しない</a:t>
            </a:r>
          </a:p>
        </p:txBody>
      </p:sp>
      <p:sp>
        <p:nvSpPr>
          <p:cNvPr id="11" name="TextBox 10"/>
          <p:cNvSpPr txBox="1"/>
          <p:nvPr/>
        </p:nvSpPr>
        <p:spPr>
          <a:xfrm>
            <a:off x="4846320" y="1389888"/>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② 価格 ― 為替で変動する</a:t>
            </a:r>
          </a:p>
        </p:txBody>
      </p:sp>
      <p:cxnSp>
        <p:nvCxnSpPr>
          <p:cNvPr id="12" name="Connector 11"/>
          <p:cNvCxnSpPr/>
          <p:nvPr/>
        </p:nvCxnSpPr>
        <p:spPr>
          <a:xfrm>
            <a:off x="4846320" y="1664208"/>
            <a:ext cx="3877056" cy="0"/>
          </a:xfrm>
          <a:prstGeom prst="line">
            <a:avLst/>
          </a:prstGeom>
          <a:ln w="25400">
            <a:solidFill>
              <a:srgbClr val="4A3FA8"/>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46320" y="1773936"/>
            <a:ext cx="3877056" cy="2029968"/>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海外プロバイダの課金はドル建て</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B2F8FF"/>
                </a:highlight>
              </a:rPr>
              <a:t>為替変動が利用料の急騰を招く</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ソブリンAI推進目的の第2位</a:t>
            </a:r>
          </a:p>
        </p:txBody>
      </p:sp>
      <p:cxnSp>
        <p:nvCxnSpPr>
          <p:cNvPr id="14" name="Connector 1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6" name="TextBox 1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量と価格の双方が動くため、事前見積りは原理的に成立しない</a:t>
            </a:r>
          </a:p>
        </p:txBody>
      </p:sp>
      <p:sp>
        <p:nvSpPr>
          <p:cNvPr id="17" name="TextBox 16"/>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Source: IDC, 2026 ｜ IDC Japan (Doc #JPJ54233926, March 2026)、「Japan AI Technology Strategy and Adoption Survey 2026」（n=1,250）を基に作成。産業分野別では金融・流通／サービスが為替リスクを特に重視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統制対象は、モデルだけではない</a:t>
            </a:r>
          </a:p>
        </p:txBody>
      </p:sp>
      <p:sp>
        <p:nvSpPr>
          <p:cNvPr id="4" name="TextBox 3"/>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データ主権</a:t>
            </a:r>
          </a:p>
        </p:txBody>
      </p:sp>
      <p:sp>
        <p:nvSpPr>
          <p:cNvPr id="5" name="TextBox 4"/>
          <p:cNvSpPr txBox="1"/>
          <p:nvPr/>
        </p:nvSpPr>
        <p:spPr>
          <a:xfrm>
            <a:off x="420624" y="1389888"/>
            <a:ext cx="8302752" cy="2414016"/>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改正個人情報保護法、金融・医療の業法、GDPR</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機密データを外部LLMへ送出できない業務が実在する</a:t>
            </a:r>
          </a:p>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C6BEFE"/>
                </a:highlight>
              </a:rPr>
              <a:t>エージェントは業務ツール・内部DBにも接続する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モデルへの経路だけを統制しても、統制は完成しない</a:t>
            </a:r>
          </a:p>
        </p:txBody>
      </p:sp>
      <p:cxnSp>
        <p:nvCxnSpPr>
          <p:cNvPr id="6" name="Connector 5"/>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8" name="TextBox 7"/>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統制すべき経路は、モデルへの経路だけではない</a:t>
            </a:r>
          </a:p>
        </p:txBody>
      </p:sp>
      <p:sp>
        <p:nvSpPr>
          <p:cNvPr id="9" name="TextBox 8"/>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Source: IDC, 2026 ｜ IDC Japan (Doc #JPJ54233926, March 2026)。ソブリンAI推進目的の第1位は「データ主権の確保」。「Japan AI Technology Strategy and Adoption Survey 2026」（n=1,250）を基に作成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信頼性設計の定石 ― 継続時間で担当が変わる</a:t>
            </a:r>
          </a:p>
        </p:txBody>
      </p:sp>
      <p:sp>
        <p:nvSpPr>
          <p:cNvPr id="3" name="Rectangle 2"/>
          <p:cNvSpPr/>
          <p:nvPr/>
        </p:nvSpPr>
        <p:spPr>
          <a:xfrm>
            <a:off x="420624" y="1280160"/>
            <a:ext cx="2645664" cy="2761488"/>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〜数秒</a:t>
            </a:r>
          </a:p>
          <a:p>
            <a:pPr algn="l">
              <a:lnSpc>
                <a:spcPct val="115000"/>
              </a:lnSpc>
              <a:spcAft>
                <a:spcPts val="300"/>
              </a:spcAft>
            </a:pPr>
            <a:r>
              <a:rPr sz="1500" b="1" i="0">
                <a:solidFill>
                  <a:srgbClr val="131313"/>
                </a:solidFill>
                <a:latin typeface="Montserrat"/>
                <a:ea typeface="Noto Sans JP"/>
                <a:cs typeface="Noto Sans JP"/>
              </a:rPr>
              <a:t>リトライ</a:t>
            </a:r>
          </a:p>
          <a:p>
            <a:pPr algn="l">
              <a:lnSpc>
                <a:spcPct val="125000"/>
              </a:lnSpc>
              <a:spcAft>
                <a:spcPts val="0"/>
              </a:spcAft>
            </a:pPr>
            <a:r>
              <a:rPr sz="1150" b="0" i="0">
                <a:solidFill>
                  <a:srgbClr val="2C2C36"/>
                </a:solidFill>
                <a:latin typeface="Montserrat"/>
                <a:ea typeface="Noto Sans JP"/>
                <a:cs typeface="Noto Sans JP"/>
              </a:rPr>
              <a:t>一過性のノイズ。瞬断、瞬間的な混雑を吸収する</a:t>
            </a:r>
          </a:p>
        </p:txBody>
      </p:sp>
      <p:pic>
        <p:nvPicPr>
          <p:cNvPr id="4" name="Picture 3" descr="flow.png"/>
          <p:cNvPicPr>
            <a:picLocks noChangeAspect="1"/>
          </p:cNvPicPr>
          <p:nvPr/>
        </p:nvPicPr>
        <p:blipFill>
          <a:blip r:embed="rId2"/>
          <a:stretch>
            <a:fillRect/>
          </a:stretch>
        </p:blipFill>
        <p:spPr>
          <a:xfrm>
            <a:off x="512064" y="1353312"/>
            <a:ext cx="310896" cy="310896"/>
          </a:xfrm>
          <a:prstGeom prst="rect">
            <a:avLst/>
          </a:prstGeom>
        </p:spPr>
      </p:pic>
      <p:sp>
        <p:nvSpPr>
          <p:cNvPr id="5" name="Rectangle 4"/>
          <p:cNvSpPr/>
          <p:nvPr/>
        </p:nvSpPr>
        <p:spPr>
          <a:xfrm>
            <a:off x="3249168" y="1280160"/>
            <a:ext cx="2645664" cy="2761488"/>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数十秒〜数分</a:t>
            </a:r>
          </a:p>
          <a:p>
            <a:pPr algn="l">
              <a:lnSpc>
                <a:spcPct val="115000"/>
              </a:lnSpc>
              <a:spcAft>
                <a:spcPts val="300"/>
              </a:spcAft>
            </a:pPr>
            <a:r>
              <a:rPr sz="1500" b="1" i="0">
                <a:solidFill>
                  <a:srgbClr val="131313"/>
                </a:solidFill>
                <a:latin typeface="Montserrat"/>
                <a:ea typeface="Noto Sans JP"/>
                <a:cs typeface="Noto Sans JP"/>
              </a:rPr>
              <a:t>サーキットブレーカー</a:t>
            </a:r>
          </a:p>
          <a:p>
            <a:pPr algn="l">
              <a:lnSpc>
                <a:spcPct val="125000"/>
              </a:lnSpc>
              <a:spcAft>
                <a:spcPts val="0"/>
              </a:spcAft>
            </a:pPr>
            <a:r>
              <a:rPr sz="1150" b="0" i="0">
                <a:solidFill>
                  <a:srgbClr val="2C2C36"/>
                </a:solidFill>
                <a:latin typeface="Montserrat"/>
                <a:ea typeface="Noto Sans JP"/>
                <a:cs typeface="Noto Sans JP"/>
              </a:rPr>
              <a:t>劣化したエンドポイントを切り離し、連鎖を止める</a:t>
            </a:r>
          </a:p>
        </p:txBody>
      </p:sp>
      <p:pic>
        <p:nvPicPr>
          <p:cNvPr id="6" name="Picture 5" descr="risk.png"/>
          <p:cNvPicPr>
            <a:picLocks noChangeAspect="1"/>
          </p:cNvPicPr>
          <p:nvPr/>
        </p:nvPicPr>
        <p:blipFill>
          <a:blip r:embed="rId3"/>
          <a:stretch>
            <a:fillRect/>
          </a:stretch>
        </p:blipFill>
        <p:spPr>
          <a:xfrm>
            <a:off x="3340608" y="1353312"/>
            <a:ext cx="310896" cy="310896"/>
          </a:xfrm>
          <a:prstGeom prst="rect">
            <a:avLst/>
          </a:prstGeom>
        </p:spPr>
      </p:pic>
      <p:sp>
        <p:nvSpPr>
          <p:cNvPr id="7" name="Rectangle 6"/>
          <p:cNvSpPr/>
          <p:nvPr/>
        </p:nvSpPr>
        <p:spPr>
          <a:xfrm>
            <a:off x="6077712" y="1280160"/>
            <a:ext cx="2645664" cy="2761488"/>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数分〜数時間</a:t>
            </a:r>
          </a:p>
          <a:p>
            <a:pPr algn="l">
              <a:lnSpc>
                <a:spcPct val="115000"/>
              </a:lnSpc>
              <a:spcAft>
                <a:spcPts val="300"/>
              </a:spcAft>
            </a:pPr>
            <a:r>
              <a:rPr sz="1500" b="1" i="0">
                <a:solidFill>
                  <a:srgbClr val="131313"/>
                </a:solidFill>
                <a:latin typeface="Montserrat"/>
                <a:ea typeface="Noto Sans JP"/>
                <a:cs typeface="Noto Sans JP"/>
              </a:rPr>
              <a:t>フォールバック</a:t>
            </a:r>
          </a:p>
          <a:p>
            <a:pPr algn="l">
              <a:lnSpc>
                <a:spcPct val="125000"/>
              </a:lnSpc>
              <a:spcAft>
                <a:spcPts val="0"/>
              </a:spcAft>
            </a:pPr>
            <a:r>
              <a:rPr sz="1150" b="0" i="0">
                <a:solidFill>
                  <a:srgbClr val="2C2C36"/>
                </a:solidFill>
                <a:latin typeface="Montserrat"/>
                <a:ea typeface="Noto Sans JP"/>
                <a:cs typeface="Noto Sans JP"/>
              </a:rPr>
              <a:t>長期障害。別の供給元へ退避する</a:t>
            </a:r>
          </a:p>
        </p:txBody>
      </p:sp>
      <p:pic>
        <p:nvPicPr>
          <p:cNvPr id="8" name="Picture 7" descr="availability.png"/>
          <p:cNvPicPr>
            <a:picLocks noChangeAspect="1"/>
          </p:cNvPicPr>
          <p:nvPr/>
        </p:nvPicPr>
        <p:blipFill>
          <a:blip r:embed="rId4"/>
          <a:stretch>
            <a:fillRect/>
          </a:stretch>
        </p:blipFill>
        <p:spPr>
          <a:xfrm>
            <a:off x="6169151" y="1353312"/>
            <a:ext cx="310896" cy="310896"/>
          </a:xfrm>
          <a:prstGeom prst="rect">
            <a:avLst/>
          </a:prstGeom>
        </p:spPr>
      </p:pic>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3つの機構は競合ではなく、障害の継続時間による分担である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サーキットブレーカーは「障害」にしか反応しない</a:t>
            </a:r>
          </a:p>
        </p:txBody>
      </p:sp>
      <p:sp>
        <p:nvSpPr>
          <p:cNvPr id="3" name="TextBox 2"/>
          <p:cNvSpPr txBox="1"/>
          <p:nvPr/>
        </p:nvSpPr>
        <p:spPr>
          <a:xfrm>
            <a:off x="420624"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従来のCBが検知するもの</a:t>
            </a:r>
          </a:p>
        </p:txBody>
      </p:sp>
      <p:cxnSp>
        <p:nvCxnSpPr>
          <p:cNvPr id="4" name="Connector 3"/>
          <p:cNvCxnSpPr/>
          <p:nvPr/>
        </p:nvCxnSpPr>
        <p:spPr>
          <a:xfrm>
            <a:off x="420624" y="1554480"/>
            <a:ext cx="387705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 y="1682495"/>
            <a:ext cx="3877056" cy="1737360"/>
          </a:xfrm>
          <a:prstGeom prst="rect">
            <a:avLst/>
          </a:prstGeom>
          <a:noFill/>
        </p:spPr>
        <p:txBody>
          <a:bodyPr wrap="square" lIns="0" rIns="0" tIns="0" bIns="0" anchor="t">
            <a:spAutoFit/>
          </a:bodyPr>
          <a:lstStyle/>
          <a:p>
            <a:pPr>
              <a:lnSpc>
                <a:spcPct val="125000"/>
              </a:lnSpc>
              <a:spcAft>
                <a:spcPts val="9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エラー率の上昇</a:t>
            </a:r>
          </a:p>
          <a:p>
            <a:pPr>
              <a:lnSpc>
                <a:spcPct val="125000"/>
              </a:lnSpc>
              <a:spcAft>
                <a:spcPts val="9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レイテンシの悪化</a:t>
            </a:r>
          </a:p>
          <a:p>
            <a:pPr>
              <a:lnSpc>
                <a:spcPct val="125000"/>
              </a:lnSpc>
              <a:spcAft>
                <a:spcPts val="9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タイムアウトの頻発</a:t>
            </a:r>
          </a:p>
        </p:txBody>
      </p:sp>
      <p:sp>
        <p:nvSpPr>
          <p:cNvPr id="6" name="TextBox 5"/>
          <p:cNvSpPr txBox="1"/>
          <p:nvPr/>
        </p:nvSpPr>
        <p:spPr>
          <a:xfrm>
            <a:off x="4846320"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エージェントの暴走</a:t>
            </a:r>
          </a:p>
        </p:txBody>
      </p:sp>
      <p:cxnSp>
        <p:nvCxnSpPr>
          <p:cNvPr id="7" name="Connector 6"/>
          <p:cNvCxnSpPr/>
          <p:nvPr/>
        </p:nvCxnSpPr>
        <p:spPr>
          <a:xfrm>
            <a:off x="4846320" y="1554480"/>
            <a:ext cx="3877056" cy="0"/>
          </a:xfrm>
          <a:prstGeom prst="line">
            <a:avLst/>
          </a:prstGeom>
          <a:ln w="25400">
            <a:solidFill>
              <a:srgbClr val="4A3FA8"/>
            </a:solidFill>
          </a:ln>
        </p:spPr>
        <p:style>
          <a:lnRef idx="2">
            <a:schemeClr val="accent1"/>
          </a:lnRef>
          <a:fillRef idx="0">
            <a:schemeClr val="accent1"/>
          </a:fillRef>
          <a:effectRef idx="1">
            <a:schemeClr val="accent1"/>
          </a:effectRef>
          <a:fontRef idx="minor">
            <a:schemeClr val="tx1"/>
          </a:fontRef>
        </p:style>
      </p:cxnSp>
      <p:graphicFrame>
        <p:nvGraphicFramePr>
          <p:cNvPr id="8" name="Chart 7"/>
          <p:cNvGraphicFramePr>
            <a:graphicFrameLocks noGrp="1"/>
          </p:cNvGraphicFramePr>
          <p:nvPr/>
        </p:nvGraphicFramePr>
        <p:xfrm>
          <a:off x="4846320" y="1645919"/>
          <a:ext cx="3877056" cy="1572768"/>
        </p:xfrm>
        <a:graphic>
          <a:graphicData uri="http://schemas.openxmlformats.org/drawingml/2006/chart">
            <c:chart xmlns:c="http://schemas.openxmlformats.org/drawingml/2006/chart" r:id="rId2"/>
          </a:graphicData>
        </a:graphic>
      </p:graphicFrame>
      <p:sp>
        <p:nvSpPr>
          <p:cNvPr id="9" name="TextBox 8"/>
          <p:cNvSpPr txBox="1"/>
          <p:nvPr/>
        </p:nvSpPr>
        <p:spPr>
          <a:xfrm>
            <a:off x="4846320" y="3328416"/>
            <a:ext cx="3877056" cy="310896"/>
          </a:xfrm>
          <a:prstGeom prst="rect">
            <a:avLst/>
          </a:prstGeom>
          <a:noFill/>
        </p:spPr>
        <p:txBody>
          <a:bodyPr wrap="square" lIns="0" rIns="0" tIns="0" bIns="0" anchor="t">
            <a:spAutoFit/>
          </a:bodyPr>
          <a:lstStyle/>
          <a:p>
            <a:pPr>
              <a:lnSpc>
                <a:spcPct val="125000"/>
              </a:lnSpc>
              <a:spcAft>
                <a:spcPts val="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C6BEFE"/>
                </a:highlight>
              </a:rPr>
              <a:t>200 OK のままCBは作動しない</a:t>
            </a:r>
          </a:p>
        </p:txBody>
      </p:sp>
      <p:cxnSp>
        <p:nvCxnSpPr>
          <p:cNvPr id="10" name="Connector 9"/>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2" name="TextBox 11"/>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コストに対する遮断器が、既存の設計には存在しない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個別実装の限界と、その帰結</a:t>
            </a:r>
          </a:p>
        </p:txBody>
      </p:sp>
      <p:sp>
        <p:nvSpPr>
          <p:cNvPr id="3" name="Rectangle 2"/>
          <p:cNvSpPr/>
          <p:nvPr/>
        </p:nvSpPr>
        <p:spPr>
          <a:xfrm>
            <a:off x="420624"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組合せ爆発</a:t>
            </a:r>
          </a:p>
          <a:p>
            <a:pPr algn="l">
              <a:lnSpc>
                <a:spcPct val="125000"/>
              </a:lnSpc>
              <a:spcAft>
                <a:spcPts val="0"/>
              </a:spcAft>
            </a:pPr>
            <a:r>
              <a:rPr sz="1150" b="0" i="0">
                <a:solidFill>
                  <a:srgbClr val="2C2C36"/>
                </a:solidFill>
                <a:latin typeface="Montserrat"/>
                <a:ea typeface="Noto Sans JP"/>
                <a:cs typeface="Noto Sans JP"/>
              </a:rPr>
              <a:t>N アプリ × M プロバイダ</a:t>
            </a:r>
          </a:p>
        </p:txBody>
      </p:sp>
      <p:sp>
        <p:nvSpPr>
          <p:cNvPr id="4" name="Rectangle 3"/>
          <p:cNvSpPr/>
          <p:nvPr/>
        </p:nvSpPr>
        <p:spPr>
          <a:xfrm>
            <a:off x="3249168"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SDK差異の吸収</a:t>
            </a:r>
          </a:p>
          <a:p>
            <a:pPr algn="l">
              <a:lnSpc>
                <a:spcPct val="125000"/>
              </a:lnSpc>
              <a:spcAft>
                <a:spcPts val="0"/>
              </a:spcAft>
            </a:pPr>
            <a:r>
              <a:rPr sz="1150" b="0" i="0">
                <a:solidFill>
                  <a:srgbClr val="2C2C36"/>
                </a:solidFill>
                <a:latin typeface="Montserrat"/>
                <a:ea typeface="Noto Sans JP"/>
                <a:cs typeface="Noto Sans JP"/>
              </a:rPr>
              <a:t>プロバイダごとの作法を各所で吸収</a:t>
            </a:r>
          </a:p>
        </p:txBody>
      </p:sp>
      <p:sp>
        <p:nvSpPr>
          <p:cNvPr id="5" name="Rectangle 4"/>
          <p:cNvSpPr/>
          <p:nvPr/>
        </p:nvSpPr>
        <p:spPr>
          <a:xfrm>
            <a:off x="6077712"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鍵の分散</a:t>
            </a:r>
          </a:p>
          <a:p>
            <a:pPr algn="l">
              <a:lnSpc>
                <a:spcPct val="125000"/>
              </a:lnSpc>
              <a:spcAft>
                <a:spcPts val="0"/>
              </a:spcAft>
            </a:pPr>
            <a:r>
              <a:rPr sz="1150" b="0" i="0">
                <a:solidFill>
                  <a:srgbClr val="2C2C36"/>
                </a:solidFill>
                <a:latin typeface="Montserrat"/>
                <a:ea typeface="Noto Sans JP"/>
                <a:cs typeface="Noto Sans JP"/>
              </a:rPr>
              <a:t>APIキーがアプリごとに散在する</a:t>
            </a:r>
          </a:p>
        </p:txBody>
      </p:sp>
      <p:sp>
        <p:nvSpPr>
          <p:cNvPr id="6" name="Rectangle 5"/>
          <p:cNvSpPr/>
          <p:nvPr/>
        </p:nvSpPr>
        <p:spPr>
          <a:xfrm>
            <a:off x="420624" y="2752344"/>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計測の分断</a:t>
            </a:r>
          </a:p>
          <a:p>
            <a:pPr algn="l">
              <a:lnSpc>
                <a:spcPct val="125000"/>
              </a:lnSpc>
              <a:spcAft>
                <a:spcPts val="0"/>
              </a:spcAft>
            </a:pPr>
            <a:r>
              <a:rPr sz="1150" b="0" i="0">
                <a:solidFill>
                  <a:srgbClr val="2C2C36"/>
                </a:solidFill>
                <a:latin typeface="Montserrat"/>
                <a:ea typeface="Noto Sans JP"/>
                <a:cs typeface="Noto Sans JP"/>
              </a:rPr>
              <a:t>全社のトークン使用量が可視化できない</a:t>
            </a:r>
          </a:p>
        </p:txBody>
      </p:sp>
      <p:sp>
        <p:nvSpPr>
          <p:cNvPr id="7" name="Rectangle 6"/>
          <p:cNvSpPr/>
          <p:nvPr/>
        </p:nvSpPr>
        <p:spPr>
          <a:xfrm>
            <a:off x="3249168" y="2752344"/>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変更の重さ</a:t>
            </a:r>
          </a:p>
          <a:p>
            <a:pPr algn="l">
              <a:lnSpc>
                <a:spcPct val="125000"/>
              </a:lnSpc>
              <a:spcAft>
                <a:spcPts val="0"/>
              </a:spcAft>
            </a:pPr>
            <a:r>
              <a:rPr sz="1150" b="0" i="0">
                <a:solidFill>
                  <a:srgbClr val="2C2C36"/>
                </a:solidFill>
                <a:latin typeface="Montserrat"/>
                <a:ea typeface="Noto Sans JP"/>
                <a:cs typeface="Noto Sans JP"/>
              </a:rPr>
              <a:t>ポリシー変更に全アプリの再デプロイ</a:t>
            </a:r>
          </a:p>
        </p:txBody>
      </p:sp>
      <p:sp>
        <p:nvSpPr>
          <p:cNvPr id="8" name="Rectangle 7"/>
          <p:cNvSpPr/>
          <p:nvPr/>
        </p:nvSpPr>
        <p:spPr>
          <a:xfrm>
            <a:off x="6077712" y="2752344"/>
            <a:ext cx="2645664" cy="1289304"/>
          </a:xfrm>
          <a:prstGeom prst="rect">
            <a:avLst/>
          </a:prstGeom>
          <a:solidFill>
            <a:srgbClr val="C6BEFE"/>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15000"/>
              </a:lnSpc>
              <a:spcAft>
                <a:spcPts val="300"/>
              </a:spcAft>
            </a:pPr>
            <a:r>
              <a:rPr sz="1500" b="1" i="0">
                <a:solidFill>
                  <a:srgbClr val="131313"/>
                </a:solidFill>
                <a:latin typeface="Montserrat"/>
                <a:ea typeface="Noto Sans JP"/>
                <a:cs typeface="Noto Sans JP"/>
              </a:rPr>
              <a:t>同じ仕組みを
N回実装し、N回維持する</a:t>
            </a:r>
          </a:p>
        </p:txBody>
      </p:sp>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同じ仕組みをN回実装しN回維持する構造は、いずれ破綻する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既視感のある話 ― API Gateway が通った道</a:t>
            </a:r>
          </a:p>
        </p:txBody>
      </p:sp>
      <p:sp>
        <p:nvSpPr>
          <p:cNvPr id="3" name="TextBox 2"/>
          <p:cNvSpPr txBox="1"/>
          <p:nvPr/>
        </p:nvSpPr>
        <p:spPr>
          <a:xfrm>
            <a:off x="420624"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10年前 ／ REST API</a:t>
            </a:r>
          </a:p>
        </p:txBody>
      </p:sp>
      <p:cxnSp>
        <p:nvCxnSpPr>
          <p:cNvPr id="4" name="Connector 3"/>
          <p:cNvCxnSpPr/>
          <p:nvPr/>
        </p:nvCxnSpPr>
        <p:spPr>
          <a:xfrm>
            <a:off x="420624" y="1554480"/>
            <a:ext cx="387705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生の接続性が先に普及した</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認証・流量制御・監査が各アプリに散在</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C6BEFE"/>
                </a:highlight>
              </a:rPr>
              <a:t>API Gateway が責務を引き受けた</a:t>
            </a:r>
          </a:p>
        </p:txBody>
      </p:sp>
      <p:sp>
        <p:nvSpPr>
          <p:cNvPr id="6" name="TextBox 5"/>
          <p:cNvSpPr txBox="1"/>
          <p:nvPr/>
        </p:nvSpPr>
        <p:spPr>
          <a:xfrm>
            <a:off x="4846320"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現在 ／ エージェントとモデル</a:t>
            </a:r>
          </a:p>
        </p:txBody>
      </p:sp>
      <p:cxnSp>
        <p:nvCxnSpPr>
          <p:cNvPr id="7" name="Connector 6"/>
          <p:cNvCxnSpPr/>
          <p:nvPr/>
        </p:nvCxnSpPr>
        <p:spPr>
          <a:xfrm>
            <a:off x="4846320" y="1554480"/>
            <a:ext cx="3877056" cy="0"/>
          </a:xfrm>
          <a:prstGeom prst="line">
            <a:avLst/>
          </a:prstGeom>
          <a:ln w="25400">
            <a:solidFill>
              <a:srgbClr val="4A3FA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0"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生の接続性が先に普及している</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認証・流量制御・監査が各アプリに散在</a:t>
            </a:r>
          </a:p>
          <a:p>
            <a:pPr>
              <a:lnSpc>
                <a:spcPct val="120000"/>
              </a:lnSpc>
              <a:spcAft>
                <a:spcPts val="800"/>
              </a:spcAft>
            </a:pPr>
            <a:r>
              <a:rPr sz="1800" b="0" i="0">
                <a:solidFill>
                  <a:srgbClr val="131313"/>
                </a:solidFill>
                <a:latin typeface="Montserrat"/>
                <a:ea typeface="Noto Sans JP"/>
                <a:cs typeface="Noto Sans JP"/>
              </a:rPr>
              <a:t>■  </a:t>
            </a:r>
            <a:r>
              <a:rPr sz="1800" b="1" i="0">
                <a:solidFill>
                  <a:srgbClr val="131313"/>
                </a:solidFill>
                <a:latin typeface="Montserrat"/>
                <a:ea typeface="Noto Sans JP"/>
                <a:cs typeface="Noto Sans JP"/>
                <a:highlight>
                  <a:srgbClr val="B2F8FF"/>
                </a:highlight>
              </a:rPr>
              <a:t>同じ構造が再現されている</a:t>
            </a:r>
          </a:p>
        </p:txBody>
      </p:sp>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これは新しい問題ではなく、10年前に解いた問題の再来である</a:t>
            </a:r>
          </a:p>
        </p:txBody>
      </p:sp>
      <p:sp>
        <p:nvSpPr>
          <p:cNvPr id="12" name="TextBox 11"/>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参考：Forbes / Janakiram MSV「Agent Gateways Are Becoming The Control Plane For Enterprise AI」2026年7月5日</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Gateway が引き受ける責務</a:t>
            </a:r>
          </a:p>
        </p:txBody>
      </p:sp>
      <p:sp>
        <p:nvSpPr>
          <p:cNvPr id="3" name="Rectangle 2"/>
          <p:cNvSpPr/>
          <p:nvPr/>
        </p:nvSpPr>
        <p:spPr>
          <a:xfrm>
            <a:off x="420624" y="1280160"/>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認証・認可</a:t>
            </a:r>
          </a:p>
          <a:p>
            <a:pPr algn="l">
              <a:lnSpc>
                <a:spcPct val="125000"/>
              </a:lnSpc>
              <a:spcAft>
                <a:spcPts val="0"/>
              </a:spcAft>
            </a:pPr>
            <a:r>
              <a:rPr sz="1150" b="0" i="0">
                <a:solidFill>
                  <a:srgbClr val="2C2C36"/>
                </a:solidFill>
                <a:latin typeface="Montserrat"/>
                <a:ea typeface="Noto Sans JP"/>
                <a:cs typeface="Noto Sans JP"/>
              </a:rPr>
              <a:t>誰がどのモデルを呼べるか</a:t>
            </a:r>
          </a:p>
        </p:txBody>
      </p:sp>
      <p:pic>
        <p:nvPicPr>
          <p:cNvPr id="4" name="Picture 3" descr="auth.png"/>
          <p:cNvPicPr>
            <a:picLocks noChangeAspect="1"/>
          </p:cNvPicPr>
          <p:nvPr/>
        </p:nvPicPr>
        <p:blipFill>
          <a:blip r:embed="rId2"/>
          <a:stretch>
            <a:fillRect/>
          </a:stretch>
        </p:blipFill>
        <p:spPr>
          <a:xfrm>
            <a:off x="512064" y="1353312"/>
            <a:ext cx="310896" cy="310896"/>
          </a:xfrm>
          <a:prstGeom prst="rect">
            <a:avLst/>
          </a:prstGeom>
        </p:spPr>
      </p:pic>
      <p:sp>
        <p:nvSpPr>
          <p:cNvPr id="5" name="Rectangle 4"/>
          <p:cNvSpPr/>
          <p:nvPr/>
        </p:nvSpPr>
        <p:spPr>
          <a:xfrm>
            <a:off x="3249168" y="1280160"/>
            <a:ext cx="2645664" cy="1289304"/>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ルーティング／ロードバランス</a:t>
            </a:r>
          </a:p>
          <a:p>
            <a:pPr algn="l">
              <a:lnSpc>
                <a:spcPct val="125000"/>
              </a:lnSpc>
              <a:spcAft>
                <a:spcPts val="0"/>
              </a:spcAft>
            </a:pPr>
            <a:r>
              <a:rPr sz="1150" b="0" i="0">
                <a:solidFill>
                  <a:srgbClr val="2C2C36"/>
                </a:solidFill>
                <a:latin typeface="Montserrat"/>
                <a:ea typeface="Noto Sans JP"/>
                <a:cs typeface="Noto Sans JP"/>
              </a:rPr>
              <a:t>平常時の分散</a:t>
            </a:r>
          </a:p>
        </p:txBody>
      </p:sp>
      <p:pic>
        <p:nvPicPr>
          <p:cNvPr id="6" name="Picture 5" descr="network.png"/>
          <p:cNvPicPr>
            <a:picLocks noChangeAspect="1"/>
          </p:cNvPicPr>
          <p:nvPr/>
        </p:nvPicPr>
        <p:blipFill>
          <a:blip r:embed="rId3"/>
          <a:stretch>
            <a:fillRect/>
          </a:stretch>
        </p:blipFill>
        <p:spPr>
          <a:xfrm>
            <a:off x="3340608" y="1353312"/>
            <a:ext cx="310896" cy="310896"/>
          </a:xfrm>
          <a:prstGeom prst="rect">
            <a:avLst/>
          </a:prstGeom>
        </p:spPr>
      </p:pic>
      <p:sp>
        <p:nvSpPr>
          <p:cNvPr id="7" name="Rectangle 6"/>
          <p:cNvSpPr/>
          <p:nvPr/>
        </p:nvSpPr>
        <p:spPr>
          <a:xfrm>
            <a:off x="6077712" y="1280160"/>
            <a:ext cx="2645664" cy="1289304"/>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フォールバック</a:t>
            </a:r>
          </a:p>
          <a:p>
            <a:pPr algn="l">
              <a:lnSpc>
                <a:spcPct val="125000"/>
              </a:lnSpc>
              <a:spcAft>
                <a:spcPts val="0"/>
              </a:spcAft>
            </a:pPr>
            <a:r>
              <a:rPr sz="1150" b="0" i="0">
                <a:solidFill>
                  <a:srgbClr val="2C2C36"/>
                </a:solidFill>
                <a:latin typeface="Montserrat"/>
                <a:ea typeface="Noto Sans JP"/>
                <a:cs typeface="Noto Sans JP"/>
              </a:rPr>
              <a:t>異常時の退避</a:t>
            </a:r>
          </a:p>
        </p:txBody>
      </p:sp>
      <p:pic>
        <p:nvPicPr>
          <p:cNvPr id="8" name="Picture 7" descr="availability.png"/>
          <p:cNvPicPr>
            <a:picLocks noChangeAspect="1"/>
          </p:cNvPicPr>
          <p:nvPr/>
        </p:nvPicPr>
        <p:blipFill>
          <a:blip r:embed="rId4"/>
          <a:stretch>
            <a:fillRect/>
          </a:stretch>
        </p:blipFill>
        <p:spPr>
          <a:xfrm>
            <a:off x="6169151" y="1353312"/>
            <a:ext cx="310896" cy="310896"/>
          </a:xfrm>
          <a:prstGeom prst="rect">
            <a:avLst/>
          </a:prstGeom>
        </p:spPr>
      </p:pic>
      <p:sp>
        <p:nvSpPr>
          <p:cNvPr id="9" name="Rectangle 8"/>
          <p:cNvSpPr/>
          <p:nvPr/>
        </p:nvSpPr>
        <p:spPr>
          <a:xfrm>
            <a:off x="420624" y="2752344"/>
            <a:ext cx="2645664" cy="1289304"/>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レート制限</a:t>
            </a:r>
          </a:p>
          <a:p>
            <a:pPr algn="l">
              <a:lnSpc>
                <a:spcPct val="125000"/>
              </a:lnSpc>
              <a:spcAft>
                <a:spcPts val="0"/>
              </a:spcAft>
            </a:pPr>
            <a:r>
              <a:rPr sz="1150" b="0" i="0">
                <a:solidFill>
                  <a:srgbClr val="2C2C36"/>
                </a:solidFill>
                <a:latin typeface="Montserrat"/>
                <a:ea typeface="Noto Sans JP"/>
                <a:cs typeface="Noto Sans JP"/>
              </a:rPr>
              <a:t>消費量の上限強制</a:t>
            </a:r>
          </a:p>
        </p:txBody>
      </p:sp>
      <p:pic>
        <p:nvPicPr>
          <p:cNvPr id="10" name="Picture 9" descr="budget.png"/>
          <p:cNvPicPr>
            <a:picLocks noChangeAspect="1"/>
          </p:cNvPicPr>
          <p:nvPr/>
        </p:nvPicPr>
        <p:blipFill>
          <a:blip r:embed="rId5"/>
          <a:stretch>
            <a:fillRect/>
          </a:stretch>
        </p:blipFill>
        <p:spPr>
          <a:xfrm>
            <a:off x="512064" y="2825496"/>
            <a:ext cx="310896" cy="310896"/>
          </a:xfrm>
          <a:prstGeom prst="rect">
            <a:avLst/>
          </a:prstGeom>
        </p:spPr>
      </p:pic>
      <p:sp>
        <p:nvSpPr>
          <p:cNvPr id="11" name="Rectangle 10"/>
          <p:cNvSpPr/>
          <p:nvPr/>
        </p:nvSpPr>
        <p:spPr>
          <a:xfrm>
            <a:off x="3249168" y="2752344"/>
            <a:ext cx="2645664" cy="1289304"/>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計測・監査ログ</a:t>
            </a:r>
          </a:p>
          <a:p>
            <a:pPr algn="l">
              <a:lnSpc>
                <a:spcPct val="125000"/>
              </a:lnSpc>
              <a:spcAft>
                <a:spcPts val="0"/>
              </a:spcAft>
            </a:pPr>
            <a:r>
              <a:rPr sz="1150" b="0" i="0">
                <a:solidFill>
                  <a:srgbClr val="2C2C36"/>
                </a:solidFill>
                <a:latin typeface="Montserrat"/>
                <a:ea typeface="Noto Sans JP"/>
                <a:cs typeface="Noto Sans JP"/>
              </a:rPr>
              <a:t>誰が何トークン使ったか</a:t>
            </a:r>
          </a:p>
        </p:txBody>
      </p:sp>
      <p:pic>
        <p:nvPicPr>
          <p:cNvPr id="12" name="Picture 11" descr="measure.png"/>
          <p:cNvPicPr>
            <a:picLocks noChangeAspect="1"/>
          </p:cNvPicPr>
          <p:nvPr/>
        </p:nvPicPr>
        <p:blipFill>
          <a:blip r:embed="rId6"/>
          <a:stretch>
            <a:fillRect/>
          </a:stretch>
        </p:blipFill>
        <p:spPr>
          <a:xfrm>
            <a:off x="3340608" y="2825496"/>
            <a:ext cx="310896" cy="310896"/>
          </a:xfrm>
          <a:prstGeom prst="rect">
            <a:avLst/>
          </a:prstGeom>
        </p:spPr>
      </p:pic>
      <p:sp>
        <p:nvSpPr>
          <p:cNvPr id="13" name="Rectangle 12"/>
          <p:cNvSpPr/>
          <p:nvPr/>
        </p:nvSpPr>
        <p:spPr>
          <a:xfrm>
            <a:off x="6077712" y="2752344"/>
            <a:ext cx="2645664" cy="1289304"/>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15000"/>
              </a:lnSpc>
              <a:spcAft>
                <a:spcPts val="300"/>
              </a:spcAft>
            </a:pPr>
            <a:r>
              <a:rPr sz="1500" b="1" i="0">
                <a:solidFill>
                  <a:srgbClr val="131313"/>
                </a:solidFill>
                <a:latin typeface="Montserrat"/>
                <a:ea typeface="Noto Sans JP"/>
                <a:cs typeface="Noto Sans JP"/>
              </a:rPr>
              <a:t>MCP接続制御</a:t>
            </a:r>
          </a:p>
          <a:p>
            <a:pPr algn="l">
              <a:lnSpc>
                <a:spcPct val="125000"/>
              </a:lnSpc>
              <a:spcAft>
                <a:spcPts val="0"/>
              </a:spcAft>
            </a:pPr>
            <a:r>
              <a:rPr sz="1150" b="0" i="0">
                <a:solidFill>
                  <a:srgbClr val="2C2C36"/>
                </a:solidFill>
                <a:latin typeface="Montserrat"/>
                <a:ea typeface="Noto Sans JP"/>
                <a:cs typeface="Noto Sans JP"/>
              </a:rPr>
              <a:t>ツールへの経路の統制</a:t>
            </a:r>
          </a:p>
        </p:txBody>
      </p:sp>
      <p:pic>
        <p:nvPicPr>
          <p:cNvPr id="14" name="Picture 13" descr="lock.png"/>
          <p:cNvPicPr>
            <a:picLocks noChangeAspect="1"/>
          </p:cNvPicPr>
          <p:nvPr/>
        </p:nvPicPr>
        <p:blipFill>
          <a:blip r:embed="rId7"/>
          <a:stretch>
            <a:fillRect/>
          </a:stretch>
        </p:blipFill>
        <p:spPr>
          <a:xfrm>
            <a:off x="6169151" y="2825496"/>
            <a:ext cx="310896" cy="310896"/>
          </a:xfrm>
          <a:prstGeom prst="rect">
            <a:avLst/>
          </a:prstGeom>
        </p:spPr>
      </p:pic>
      <p:cxnSp>
        <p:nvCxnSpPr>
          <p:cNvPr id="15" name="Connector 14"/>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7" name="TextBox 16"/>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信頼性・統制・可観測性は、アプリではなく基盤層の責務である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エンタープライズ要件では、まだ足りない</a:t>
            </a:r>
          </a:p>
        </p:txBody>
      </p:sp>
      <p:sp>
        <p:nvSpPr>
          <p:cNvPr id="3" name="TextBox 2"/>
          <p:cNvSpPr txBox="1"/>
          <p:nvPr/>
        </p:nvSpPr>
        <p:spPr>
          <a:xfrm>
            <a:off x="420624" y="1280160"/>
            <a:ext cx="8302752" cy="2761488"/>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セルフホストモデルと外部モデルを</a:t>
            </a:r>
            <a:r>
              <a:rPr sz="2400" b="1" i="0">
                <a:solidFill>
                  <a:srgbClr val="131313"/>
                </a:solidFill>
                <a:latin typeface="Montserrat"/>
                <a:ea typeface="Noto Sans JP"/>
                <a:cs typeface="Noto Sans JP"/>
                <a:highlight>
                  <a:srgbClr val="C6BEFE"/>
                </a:highlight>
              </a:rPr>
              <a:t>同一の統制下</a:t>
            </a:r>
            <a:r>
              <a:rPr sz="2400" b="0" i="0">
                <a:solidFill>
                  <a:srgbClr val="131313"/>
                </a:solidFill>
                <a:latin typeface="Montserrat"/>
                <a:ea typeface="Noto Sans JP"/>
                <a:cs typeface="Noto Sans JP"/>
              </a:rPr>
              <a:t>に置けるか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オンプレミス／エアギャップ環境で動作するか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マルチテナントと部門別のコスト按分に対応できるか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監査要件を満たすログを出せるか</a:t>
            </a:r>
          </a:p>
        </p:txBody>
      </p:sp>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セルフホストと外部モデルを同一の統制下に置けるかが分岐点になる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493776"/>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Nutanix Agentic AI の全体像</a:t>
            </a:r>
          </a:p>
        </p:txBody>
      </p:sp>
      <p:sp>
        <p:nvSpPr>
          <p:cNvPr id="3" name="TextBox 2"/>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NAI 2.7 ― AI Gateway から改名のうえ GA</a:t>
            </a:r>
          </a:p>
        </p:txBody>
      </p:sp>
      <p:sp>
        <p:nvSpPr>
          <p:cNvPr id="4" name="Rectangle 3"/>
          <p:cNvSpPr/>
          <p:nvPr/>
        </p:nvSpPr>
        <p:spPr>
          <a:xfrm>
            <a:off x="420624" y="1170432"/>
            <a:ext cx="8302752" cy="1298448"/>
          </a:xfrm>
          <a:prstGeom prst="rect">
            <a:avLst/>
          </a:prstGeom>
          <a:solidFill>
            <a:srgbClr val="C6BEFE"/>
          </a:solidFill>
          <a:ln w="254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0"/>
              </a:spcAft>
            </a:pPr>
            <a:r>
              <a:rPr sz="1200" b="1" i="0">
                <a:solidFill>
                  <a:srgbClr val="131313"/>
                </a:solidFill>
                <a:latin typeface="Montserrat"/>
                <a:ea typeface="Noto Sans JP"/>
                <a:cs typeface="Noto Sans JP"/>
              </a:rPr>
              <a:t>Nutanix Enterprise AI (NAI) ― 中央AIコントロールプレーン</a:t>
            </a:r>
          </a:p>
        </p:txBody>
      </p:sp>
      <p:sp>
        <p:nvSpPr>
          <p:cNvPr id="5" name="Rectangle 4"/>
          <p:cNvSpPr/>
          <p:nvPr/>
        </p:nvSpPr>
        <p:spPr>
          <a:xfrm>
            <a:off x="640080" y="1481328"/>
            <a:ext cx="3602736" cy="896112"/>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300"/>
              </a:spcAft>
            </a:pPr>
            <a:r>
              <a:rPr sz="1300" b="1" i="0">
                <a:solidFill>
                  <a:srgbClr val="131313"/>
                </a:solidFill>
                <a:latin typeface="Montserrat"/>
                <a:ea typeface="Noto Sans JP"/>
                <a:cs typeface="Noto Sans JP"/>
              </a:rPr>
              <a:t>Agent Gateway</a:t>
            </a:r>
          </a:p>
          <a:p>
            <a:pPr algn="ctr">
              <a:lnSpc>
                <a:spcPct val="120000"/>
              </a:lnSpc>
              <a:spcAft>
                <a:spcPts val="0"/>
              </a:spcAft>
            </a:pPr>
            <a:r>
              <a:rPr sz="1000" b="0" i="0">
                <a:solidFill>
                  <a:srgbClr val="131313"/>
                </a:solidFill>
                <a:latin typeface="Montserrat"/>
                <a:ea typeface="Noto Sans JP"/>
                <a:cs typeface="Noto Sans JP"/>
              </a:rPr>
              <a:t>統合エンドポイント／レートリミット</a:t>
            </a:r>
          </a:p>
          <a:p>
            <a:pPr algn="ctr">
              <a:lnSpc>
                <a:spcPct val="120000"/>
              </a:lnSpc>
              <a:spcAft>
                <a:spcPts val="0"/>
              </a:spcAft>
            </a:pPr>
            <a:r>
              <a:rPr sz="1000" b="0" i="0">
                <a:solidFill>
                  <a:srgbClr val="131313"/>
                </a:solidFill>
                <a:latin typeface="Montserrat"/>
                <a:ea typeface="Noto Sans JP"/>
                <a:cs typeface="Noto Sans JP"/>
              </a:rPr>
              <a:t>MCP接続制御／監査ログ</a:t>
            </a:r>
          </a:p>
        </p:txBody>
      </p:sp>
      <p:sp>
        <p:nvSpPr>
          <p:cNvPr id="6" name="Rectangle 5"/>
          <p:cNvSpPr/>
          <p:nvPr/>
        </p:nvSpPr>
        <p:spPr>
          <a:xfrm>
            <a:off x="4626864" y="1481328"/>
            <a:ext cx="3602736" cy="896112"/>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300"/>
              </a:spcAft>
            </a:pPr>
            <a:r>
              <a:rPr sz="1300" b="1" i="0">
                <a:solidFill>
                  <a:srgbClr val="131313"/>
                </a:solidFill>
                <a:latin typeface="Montserrat"/>
                <a:ea typeface="Noto Sans JP"/>
                <a:cs typeface="Noto Sans JP"/>
              </a:rPr>
              <a:t>Inference Management</a:t>
            </a:r>
          </a:p>
          <a:p>
            <a:pPr algn="ctr">
              <a:lnSpc>
                <a:spcPct val="120000"/>
              </a:lnSpc>
              <a:spcAft>
                <a:spcPts val="0"/>
              </a:spcAft>
            </a:pPr>
            <a:r>
              <a:rPr sz="1000" b="0" i="0">
                <a:solidFill>
                  <a:srgbClr val="131313"/>
                </a:solidFill>
                <a:latin typeface="Montserrat"/>
                <a:ea typeface="Noto Sans JP"/>
                <a:cs typeface="Noto Sans JP"/>
              </a:rPr>
              <a:t>モデル配備・GPUスケジューリング</a:t>
            </a:r>
          </a:p>
          <a:p>
            <a:pPr algn="ctr">
              <a:lnSpc>
                <a:spcPct val="120000"/>
              </a:lnSpc>
              <a:spcAft>
                <a:spcPts val="0"/>
              </a:spcAft>
            </a:pPr>
            <a:r>
              <a:rPr sz="1000" b="0" i="0">
                <a:solidFill>
                  <a:srgbClr val="131313"/>
                </a:solidFill>
                <a:latin typeface="Montserrat"/>
                <a:ea typeface="Noto Sans JP"/>
                <a:cs typeface="Noto Sans JP"/>
              </a:rPr>
              <a:t>オートスケール・ヘルスチェック</a:t>
            </a:r>
          </a:p>
        </p:txBody>
      </p:sp>
      <p:cxnSp>
        <p:nvCxnSpPr>
          <p:cNvPr id="7" name="Connector 6"/>
          <p:cNvCxnSpPr/>
          <p:nvPr/>
        </p:nvCxnSpPr>
        <p:spPr>
          <a:xfrm>
            <a:off x="4572000" y="2487168"/>
            <a:ext cx="0" cy="164592"/>
          </a:xfrm>
          <a:prstGeom prst="line">
            <a:avLst/>
          </a:prstGeom>
          <a:ln w="2540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420624" y="2670048"/>
            <a:ext cx="8302752" cy="566928"/>
          </a:xfrm>
          <a:prstGeom prst="rect">
            <a:avLst/>
          </a:prstGeom>
          <a:solidFill>
            <a:srgbClr val="D7D7D7"/>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200"/>
              </a:spcAft>
            </a:pPr>
            <a:r>
              <a:rPr sz="1200" b="1" i="0">
                <a:solidFill>
                  <a:srgbClr val="131313"/>
                </a:solidFill>
                <a:latin typeface="Montserrat"/>
                <a:ea typeface="Noto Sans JP"/>
                <a:cs typeface="Noto Sans JP"/>
              </a:rPr>
              <a:t>Nutanix Kubernetes Platform (NKP) ／ CNCF準拠 Kubernetes</a:t>
            </a:r>
          </a:p>
          <a:p>
            <a:pPr algn="l">
              <a:lnSpc>
                <a:spcPct val="125000"/>
              </a:lnSpc>
              <a:spcAft>
                <a:spcPts val="0"/>
              </a:spcAft>
            </a:pPr>
            <a:r>
              <a:rPr sz="1000" b="0" i="0">
                <a:solidFill>
                  <a:srgbClr val="131313"/>
                </a:solidFill>
                <a:latin typeface="Montserrat"/>
                <a:ea typeface="Noto Sans JP"/>
                <a:cs typeface="Noto Sans JP"/>
              </a:rPr>
              <a:t>Rancher・ベアメタル・AWS / Azure / GCP のコンテナ基盤でも可</a:t>
            </a:r>
          </a:p>
        </p:txBody>
      </p:sp>
      <p:sp>
        <p:nvSpPr>
          <p:cNvPr id="9" name="Rectangle 8"/>
          <p:cNvSpPr/>
          <p:nvPr/>
        </p:nvSpPr>
        <p:spPr>
          <a:xfrm>
            <a:off x="420624" y="3310128"/>
            <a:ext cx="4059936" cy="548640"/>
          </a:xfrm>
          <a:prstGeom prst="rect">
            <a:avLst/>
          </a:prstGeom>
          <a:solidFill>
            <a:srgbClr val="BFBFB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200"/>
              </a:spcAft>
            </a:pPr>
            <a:r>
              <a:rPr sz="1200" b="1" i="0">
                <a:solidFill>
                  <a:srgbClr val="131313"/>
                </a:solidFill>
                <a:latin typeface="Montserrat"/>
                <a:ea typeface="Noto Sans JP"/>
                <a:cs typeface="Noto Sans JP"/>
              </a:rPr>
              <a:t>Nutanix Cloud Platform</a:t>
            </a:r>
          </a:p>
          <a:p>
            <a:pPr algn="l">
              <a:lnSpc>
                <a:spcPct val="125000"/>
              </a:lnSpc>
              <a:spcAft>
                <a:spcPts val="0"/>
              </a:spcAft>
            </a:pPr>
            <a:r>
              <a:rPr sz="1000" b="0" i="0">
                <a:solidFill>
                  <a:srgbClr val="131313"/>
                </a:solidFill>
                <a:latin typeface="Montserrat"/>
                <a:ea typeface="Noto Sans JP"/>
                <a:cs typeface="Noto Sans JP"/>
              </a:rPr>
              <a:t>コンピュート・ネットワーク</a:t>
            </a:r>
          </a:p>
        </p:txBody>
      </p:sp>
      <p:sp>
        <p:nvSpPr>
          <p:cNvPr id="10" name="Rectangle 9"/>
          <p:cNvSpPr/>
          <p:nvPr/>
        </p:nvSpPr>
        <p:spPr>
          <a:xfrm>
            <a:off x="4663440" y="3310128"/>
            <a:ext cx="4059936" cy="548640"/>
          </a:xfrm>
          <a:prstGeom prst="rect">
            <a:avLst/>
          </a:prstGeom>
          <a:solidFill>
            <a:srgbClr val="BFBFB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200"/>
              </a:spcAft>
            </a:pPr>
            <a:r>
              <a:rPr sz="1200" b="1" i="0">
                <a:solidFill>
                  <a:srgbClr val="131313"/>
                </a:solidFill>
                <a:latin typeface="Montserrat"/>
                <a:ea typeface="Noto Sans JP"/>
                <a:cs typeface="Noto Sans JP"/>
              </a:rPr>
              <a:t>Nutanix Unified Storage (NUS)</a:t>
            </a:r>
          </a:p>
          <a:p>
            <a:pPr algn="l">
              <a:lnSpc>
                <a:spcPct val="125000"/>
              </a:lnSpc>
              <a:spcAft>
                <a:spcPts val="0"/>
              </a:spcAft>
            </a:pPr>
            <a:r>
              <a:rPr sz="1000" b="0" i="0">
                <a:solidFill>
                  <a:srgbClr val="131313"/>
                </a:solidFill>
                <a:latin typeface="Montserrat"/>
                <a:ea typeface="Noto Sans JP"/>
                <a:cs typeface="Noto Sans JP"/>
              </a:rPr>
              <a:t>モデル重み・データ</a:t>
            </a:r>
          </a:p>
        </p:txBody>
      </p:sp>
      <p:cxnSp>
        <p:nvCxnSpPr>
          <p:cNvPr id="11" name="Connector 10"/>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3" name="TextBox 12"/>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NAIが、インフラとエージェントの間に立つ中央コントロールプレーンとなる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単一APIで、すべてのモデルへ</a:t>
            </a:r>
          </a:p>
        </p:txBody>
      </p:sp>
      <p:sp>
        <p:nvSpPr>
          <p:cNvPr id="4" name="TextBox 3"/>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統合エンドポイント 1／3</a:t>
            </a:r>
          </a:p>
        </p:txBody>
      </p:sp>
      <p:sp>
        <p:nvSpPr>
          <p:cNvPr id="5" name="TextBox 4"/>
          <p:cNvSpPr txBox="1"/>
          <p:nvPr/>
        </p:nvSpPr>
        <p:spPr>
          <a:xfrm>
            <a:off x="420624" y="1389888"/>
            <a:ext cx="8302752" cy="2414016"/>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Azure上のGPT-4、AnthropicのClaude、NAI上のLlama</a:t>
            </a:r>
          </a:p>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C6BEFE"/>
                </a:highlight>
              </a:rPr>
              <a:t>― すべて同一のエンドポイントを通る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Bedrock／NIM／Hugging Face／独自モデル。</a:t>
            </a:r>
            <a:r>
              <a:rPr sz="2400" b="1" i="0">
                <a:solidFill>
                  <a:srgbClr val="131313"/>
                </a:solidFill>
                <a:latin typeface="Montserrat"/>
                <a:ea typeface="Noto Sans JP"/>
                <a:cs typeface="Noto Sans JP"/>
                <a:highlight>
                  <a:srgbClr val="B2F8FF"/>
                </a:highlight>
              </a:rPr>
              <a:t>検証済み74種</a:t>
            </a:r>
          </a:p>
        </p:txBody>
      </p:sp>
      <p:cxnSp>
        <p:nvCxnSpPr>
          <p:cNvPr id="6" name="Connector 5"/>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8" name="TextBox 7"/>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多くの組織は両方を使う。ならば、束ねる層が要る</a:t>
            </a:r>
          </a:p>
        </p:txBody>
      </p:sp>
      <p:sp>
        <p:nvSpPr>
          <p:cNvPr id="9" name="TextBox 8"/>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配備形態の利用予定：パブリッククラウド 50%超／専有型ITインフラ 35〜45%（複数回答）。Source: IDC, 2026 ｜ IDC Japan (Doc #JPJ54233926, March 2026)、「Japan Digital and AI Infrastructure Strategies and Investment Survey 2026」（n=551）を基に作成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ロードバランス ― 平常時の分散</a:t>
            </a:r>
          </a:p>
        </p:txBody>
      </p:sp>
      <p:sp>
        <p:nvSpPr>
          <p:cNvPr id="4" name="TextBox 3"/>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統合エンドポイント 2／3</a:t>
            </a:r>
          </a:p>
        </p:txBody>
      </p:sp>
      <p:sp>
        <p:nvSpPr>
          <p:cNvPr id="5" name="TextBox 4"/>
          <p:cNvSpPr txBox="1"/>
          <p:nvPr/>
        </p:nvSpPr>
        <p:spPr>
          <a:xfrm>
            <a:off x="420624" y="1389888"/>
            <a:ext cx="8302752" cy="2414016"/>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C6BEFE"/>
                </a:highlight>
              </a:rPr>
              <a:t>複数クラスタ・複数プロバイダに跨って負荷を分散する</a:t>
            </a:r>
          </a:p>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B2F8FF"/>
                </a:highlight>
              </a:rPr>
              <a:t>リモートのNAIクラスタもプロバイダとして登録できる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分散したGPUを活用し、ボトルネックを解消する</a:t>
            </a:r>
          </a:p>
        </p:txBody>
      </p:sp>
      <p:cxnSp>
        <p:nvCxnSpPr>
          <p:cNvPr id="6" name="Connector 5"/>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8" name="TextBox 7"/>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平常時のスループットは、分散によって確保する</a:t>
            </a:r>
          </a:p>
        </p:txBody>
      </p:sp>
      <p:sp>
        <p:nvSpPr>
          <p:cNvPr id="9" name="TextBox 8"/>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 分散アルゴリズム・ヘルスチェック方式は公式ドキュメントで要確認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フォールバック ― 異常時の退避</a:t>
            </a:r>
          </a:p>
        </p:txBody>
      </p:sp>
      <p:sp>
        <p:nvSpPr>
          <p:cNvPr id="4" name="TextBox 3"/>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統合エンドポイント 3／3</a:t>
            </a:r>
          </a:p>
        </p:txBody>
      </p:sp>
      <p:sp>
        <p:nvSpPr>
          <p:cNvPr id="5" name="TextBox 4"/>
          <p:cNvSpPr txBox="1"/>
          <p:nvPr/>
        </p:nvSpPr>
        <p:spPr>
          <a:xfrm>
            <a:off x="420624" y="1389888"/>
            <a:ext cx="8302752" cy="2651760"/>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複数の上流プロバイダをあらかじめ設定する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プライマリのモデルエンドポイントが</a:t>
            </a:r>
            <a:r>
              <a:rPr sz="2400" b="1" i="0">
                <a:solidFill>
                  <a:srgbClr val="131313"/>
                </a:solidFill>
                <a:latin typeface="Montserrat"/>
                <a:ea typeface="Noto Sans JP"/>
                <a:cs typeface="Noto Sans JP"/>
                <a:highlight>
                  <a:srgbClr val="C6BEFE"/>
                </a:highlight>
              </a:rPr>
              <a:t>障害を起こした場合、またはレート制限に到達した場合</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健全なバックアップのモデルエンドポイントへ自動的にルーティング</a:t>
            </a:r>
          </a:p>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B2F8FF"/>
                </a:highlight>
              </a:rPr>
              <a:t>アプリケーションコードの改修は不要</a:t>
            </a:r>
          </a:p>
        </p:txBody>
      </p:sp>
      <p:cxnSp>
        <p:nvCxnSpPr>
          <p:cNvPr id="6" name="Connector 5"/>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8" name="TextBox 7"/>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異常時の継続は、退避によって確保する。アプリの改修は不要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384048"/>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ロードバランスとフォールバックの関係</a:t>
            </a:r>
          </a:p>
        </p:txBody>
      </p:sp>
      <p:sp>
        <p:nvSpPr>
          <p:cNvPr id="3" name="Rectangle 2"/>
          <p:cNvSpPr/>
          <p:nvPr/>
        </p:nvSpPr>
        <p:spPr>
          <a:xfrm>
            <a:off x="420624" y="1170432"/>
            <a:ext cx="2657856" cy="2615184"/>
          </a:xfrm>
          <a:prstGeom prst="rect">
            <a:avLst/>
          </a:prstGeom>
          <a:solidFill>
            <a:srgbClr val="D7D7D7"/>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30352" y="1261872"/>
            <a:ext cx="2438400" cy="219456"/>
          </a:xfrm>
          <a:prstGeom prst="rect">
            <a:avLst/>
          </a:prstGeom>
          <a:noFill/>
        </p:spPr>
        <p:txBody>
          <a:bodyPr wrap="square" lIns="0" rIns="0" tIns="0" bIns="0" anchor="t">
            <a:spAutoFit/>
          </a:bodyPr>
          <a:lstStyle/>
          <a:p>
            <a:pPr algn="l">
              <a:lnSpc>
                <a:spcPct val="125000"/>
              </a:lnSpc>
              <a:spcAft>
                <a:spcPts val="0"/>
              </a:spcAft>
            </a:pPr>
            <a:r>
              <a:rPr sz="1200" b="1" i="0">
                <a:solidFill>
                  <a:srgbClr val="131313"/>
                </a:solidFill>
                <a:latin typeface="Montserrat"/>
                <a:ea typeface="Noto Sans JP"/>
                <a:cs typeface="Noto Sans JP"/>
              </a:rPr>
              <a:t>① 正常時 ― 分散</a:t>
            </a:r>
          </a:p>
        </p:txBody>
      </p:sp>
      <p:sp>
        <p:nvSpPr>
          <p:cNvPr id="5" name="Rectangle 4"/>
          <p:cNvSpPr/>
          <p:nvPr/>
        </p:nvSpPr>
        <p:spPr>
          <a:xfrm>
            <a:off x="548640" y="1572768"/>
            <a:ext cx="969264" cy="365760"/>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Gateway</a:t>
            </a:r>
          </a:p>
        </p:txBody>
      </p:sp>
      <p:sp>
        <p:nvSpPr>
          <p:cNvPr id="6" name="Rectangle 5"/>
          <p:cNvSpPr/>
          <p:nvPr/>
        </p:nvSpPr>
        <p:spPr>
          <a:xfrm>
            <a:off x="2292096" y="2103120"/>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A</a:t>
            </a:r>
          </a:p>
        </p:txBody>
      </p:sp>
      <p:cxnSp>
        <p:nvCxnSpPr>
          <p:cNvPr id="7" name="Connector 6"/>
          <p:cNvCxnSpPr/>
          <p:nvPr/>
        </p:nvCxnSpPr>
        <p:spPr>
          <a:xfrm>
            <a:off x="1536192" y="1755648"/>
            <a:ext cx="737616" cy="512064"/>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2292096" y="2670048"/>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B</a:t>
            </a:r>
          </a:p>
        </p:txBody>
      </p:sp>
      <p:cxnSp>
        <p:nvCxnSpPr>
          <p:cNvPr id="9" name="Connector 8"/>
          <p:cNvCxnSpPr/>
          <p:nvPr/>
        </p:nvCxnSpPr>
        <p:spPr>
          <a:xfrm>
            <a:off x="1536192" y="1755648"/>
            <a:ext cx="737616" cy="1078992"/>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292096" y="3236976"/>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C</a:t>
            </a:r>
          </a:p>
        </p:txBody>
      </p:sp>
      <p:cxnSp>
        <p:nvCxnSpPr>
          <p:cNvPr id="11" name="Connector 10"/>
          <p:cNvCxnSpPr/>
          <p:nvPr/>
        </p:nvCxnSpPr>
        <p:spPr>
          <a:xfrm>
            <a:off x="1536192" y="1755648"/>
            <a:ext cx="737616" cy="1645920"/>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243072" y="1170432"/>
            <a:ext cx="2657856" cy="2615184"/>
          </a:xfrm>
          <a:prstGeom prst="rect">
            <a:avLst/>
          </a:prstGeom>
          <a:solidFill>
            <a:srgbClr val="D7D7D7"/>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3" name="TextBox 12"/>
          <p:cNvSpPr txBox="1"/>
          <p:nvPr/>
        </p:nvSpPr>
        <p:spPr>
          <a:xfrm>
            <a:off x="3352800" y="1261872"/>
            <a:ext cx="2438400" cy="219456"/>
          </a:xfrm>
          <a:prstGeom prst="rect">
            <a:avLst/>
          </a:prstGeom>
          <a:noFill/>
        </p:spPr>
        <p:txBody>
          <a:bodyPr wrap="square" lIns="0" rIns="0" tIns="0" bIns="0" anchor="t">
            <a:spAutoFit/>
          </a:bodyPr>
          <a:lstStyle/>
          <a:p>
            <a:pPr algn="l">
              <a:lnSpc>
                <a:spcPct val="125000"/>
              </a:lnSpc>
              <a:spcAft>
                <a:spcPts val="0"/>
              </a:spcAft>
            </a:pPr>
            <a:r>
              <a:rPr sz="1200" b="1" i="0">
                <a:solidFill>
                  <a:srgbClr val="131313"/>
                </a:solidFill>
                <a:latin typeface="Montserrat"/>
                <a:ea typeface="Noto Sans JP"/>
                <a:cs typeface="Noto Sans JP"/>
              </a:rPr>
              <a:t>② 劣化時 ― 切り離し</a:t>
            </a:r>
          </a:p>
        </p:txBody>
      </p:sp>
      <p:sp>
        <p:nvSpPr>
          <p:cNvPr id="14" name="Rectangle 13"/>
          <p:cNvSpPr/>
          <p:nvPr/>
        </p:nvSpPr>
        <p:spPr>
          <a:xfrm>
            <a:off x="3371088" y="1572768"/>
            <a:ext cx="969264" cy="365760"/>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Gateway</a:t>
            </a:r>
          </a:p>
        </p:txBody>
      </p:sp>
      <p:sp>
        <p:nvSpPr>
          <p:cNvPr id="15" name="Rectangle 14"/>
          <p:cNvSpPr/>
          <p:nvPr/>
        </p:nvSpPr>
        <p:spPr>
          <a:xfrm>
            <a:off x="5114544" y="2103120"/>
            <a:ext cx="566928" cy="329184"/>
          </a:xfrm>
          <a:prstGeom prst="rect">
            <a:avLst/>
          </a:prstGeom>
          <a:solidFill>
            <a:srgbClr val="BFBFB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1" i="0">
                <a:solidFill>
                  <a:srgbClr val="131313"/>
                </a:solidFill>
                <a:latin typeface="Montserrat"/>
                <a:ea typeface="Noto Sans JP"/>
                <a:cs typeface="Noto Sans JP"/>
              </a:rPr>
              <a:t>× A</a:t>
            </a:r>
          </a:p>
        </p:txBody>
      </p:sp>
      <p:cxnSp>
        <p:nvCxnSpPr>
          <p:cNvPr id="16" name="Connector 15"/>
          <p:cNvCxnSpPr/>
          <p:nvPr/>
        </p:nvCxnSpPr>
        <p:spPr>
          <a:xfrm>
            <a:off x="4358640" y="1755648"/>
            <a:ext cx="737616" cy="512064"/>
          </a:xfrm>
          <a:prstGeom prst="line">
            <a:avLst/>
          </a:prstGeom>
          <a:ln w="19050">
            <a:solidFill>
              <a:srgbClr val="131313"/>
            </a:solidFill>
            <a:prstDash val="dash"/>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114544" y="2670048"/>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B</a:t>
            </a:r>
          </a:p>
        </p:txBody>
      </p:sp>
      <p:cxnSp>
        <p:nvCxnSpPr>
          <p:cNvPr id="18" name="Connector 17"/>
          <p:cNvCxnSpPr/>
          <p:nvPr/>
        </p:nvCxnSpPr>
        <p:spPr>
          <a:xfrm>
            <a:off x="4358640" y="1755648"/>
            <a:ext cx="737616" cy="1078992"/>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14544" y="3236976"/>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C</a:t>
            </a:r>
          </a:p>
        </p:txBody>
      </p:sp>
      <p:cxnSp>
        <p:nvCxnSpPr>
          <p:cNvPr id="20" name="Connector 19"/>
          <p:cNvCxnSpPr/>
          <p:nvPr/>
        </p:nvCxnSpPr>
        <p:spPr>
          <a:xfrm>
            <a:off x="4358640" y="1755648"/>
            <a:ext cx="737616" cy="1645920"/>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065520" y="1170432"/>
            <a:ext cx="2657856" cy="2615184"/>
          </a:xfrm>
          <a:prstGeom prst="rect">
            <a:avLst/>
          </a:prstGeom>
          <a:solidFill>
            <a:srgbClr val="C6BEFE"/>
          </a:solidFill>
          <a:ln w="254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22" name="TextBox 21"/>
          <p:cNvSpPr txBox="1"/>
          <p:nvPr/>
        </p:nvSpPr>
        <p:spPr>
          <a:xfrm>
            <a:off x="6175248" y="1261872"/>
            <a:ext cx="2438400" cy="219456"/>
          </a:xfrm>
          <a:prstGeom prst="rect">
            <a:avLst/>
          </a:prstGeom>
          <a:noFill/>
        </p:spPr>
        <p:txBody>
          <a:bodyPr wrap="square" lIns="0" rIns="0" tIns="0" bIns="0" anchor="t">
            <a:spAutoFit/>
          </a:bodyPr>
          <a:lstStyle/>
          <a:p>
            <a:pPr algn="l">
              <a:lnSpc>
                <a:spcPct val="125000"/>
              </a:lnSpc>
              <a:spcAft>
                <a:spcPts val="0"/>
              </a:spcAft>
            </a:pPr>
            <a:r>
              <a:rPr sz="1200" b="1" i="0">
                <a:solidFill>
                  <a:srgbClr val="131313"/>
                </a:solidFill>
                <a:latin typeface="Montserrat"/>
                <a:ea typeface="Noto Sans JP"/>
                <a:cs typeface="Noto Sans JP"/>
              </a:rPr>
              <a:t>③ 障害時 ― 退避</a:t>
            </a:r>
          </a:p>
        </p:txBody>
      </p:sp>
      <p:sp>
        <p:nvSpPr>
          <p:cNvPr id="23" name="Rectangle 22"/>
          <p:cNvSpPr/>
          <p:nvPr/>
        </p:nvSpPr>
        <p:spPr>
          <a:xfrm>
            <a:off x="6193536" y="1572768"/>
            <a:ext cx="969264" cy="365760"/>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Gateway</a:t>
            </a:r>
          </a:p>
        </p:txBody>
      </p:sp>
      <p:sp>
        <p:nvSpPr>
          <p:cNvPr id="24" name="Rectangle 23"/>
          <p:cNvSpPr/>
          <p:nvPr/>
        </p:nvSpPr>
        <p:spPr>
          <a:xfrm>
            <a:off x="7936992" y="2103120"/>
            <a:ext cx="566928" cy="329184"/>
          </a:xfrm>
          <a:prstGeom prst="rect">
            <a:avLst/>
          </a:prstGeom>
          <a:solidFill>
            <a:srgbClr val="BFBFB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1" i="0">
                <a:solidFill>
                  <a:srgbClr val="131313"/>
                </a:solidFill>
                <a:latin typeface="Montserrat"/>
                <a:ea typeface="Noto Sans JP"/>
                <a:cs typeface="Noto Sans JP"/>
              </a:rPr>
              <a:t>× A</a:t>
            </a:r>
          </a:p>
        </p:txBody>
      </p:sp>
      <p:sp>
        <p:nvSpPr>
          <p:cNvPr id="25" name="Rectangle 24"/>
          <p:cNvSpPr/>
          <p:nvPr/>
        </p:nvSpPr>
        <p:spPr>
          <a:xfrm>
            <a:off x="7936992" y="2670048"/>
            <a:ext cx="566928" cy="329184"/>
          </a:xfrm>
          <a:prstGeom prst="rect">
            <a:avLst/>
          </a:prstGeom>
          <a:solidFill>
            <a:srgbClr val="B2F8FF"/>
          </a:solidFill>
          <a:ln w="254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1" i="0">
                <a:solidFill>
                  <a:srgbClr val="131313"/>
                </a:solidFill>
                <a:latin typeface="Montserrat"/>
                <a:ea typeface="Noto Sans JP"/>
                <a:cs typeface="Noto Sans JP"/>
              </a:rPr>
              <a:t>B</a:t>
            </a:r>
          </a:p>
        </p:txBody>
      </p:sp>
      <p:cxnSp>
        <p:nvCxnSpPr>
          <p:cNvPr id="26" name="Connector 25"/>
          <p:cNvCxnSpPr/>
          <p:nvPr/>
        </p:nvCxnSpPr>
        <p:spPr>
          <a:xfrm>
            <a:off x="7181088" y="1755648"/>
            <a:ext cx="737616" cy="1078992"/>
          </a:xfrm>
          <a:prstGeom prst="line">
            <a:avLst/>
          </a:prstGeom>
          <a:ln w="1905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936992" y="3236976"/>
            <a:ext cx="566928" cy="329184"/>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C</a:t>
            </a:r>
          </a:p>
        </p:txBody>
      </p:sp>
      <p:sp>
        <p:nvSpPr>
          <p:cNvPr id="28" name="TextBox 27"/>
          <p:cNvSpPr txBox="1"/>
          <p:nvPr/>
        </p:nvSpPr>
        <p:spPr>
          <a:xfrm>
            <a:off x="420624" y="3840480"/>
            <a:ext cx="8302752" cy="219456"/>
          </a:xfrm>
          <a:prstGeom prst="rect">
            <a:avLst/>
          </a:prstGeom>
          <a:noFill/>
        </p:spPr>
        <p:txBody>
          <a:bodyPr wrap="square" lIns="0" rIns="0" tIns="0" bIns="0" anchor="t">
            <a:spAutoFit/>
          </a:bodyPr>
          <a:lstStyle/>
          <a:p>
            <a:pPr algn="l">
              <a:lnSpc>
                <a:spcPct val="125000"/>
              </a:lnSpc>
              <a:spcAft>
                <a:spcPts val="0"/>
              </a:spcAft>
            </a:pPr>
            <a:r>
              <a:rPr sz="1000" b="0" i="0">
                <a:solidFill>
                  <a:srgbClr val="4A4A55"/>
                </a:solidFill>
                <a:latin typeface="Montserrat"/>
                <a:ea typeface="Noto Sans JP"/>
                <a:cs typeface="Noto Sans JP"/>
              </a:rPr>
              <a:t>白＝稼働中　／　グレー＋×＝除外　／　実線＝トラフィックあり　／　破線＝停止　／　水色＝退避先（色に依存しない表現）</a:t>
            </a:r>
          </a:p>
        </p:txBody>
      </p:sp>
      <p:cxnSp>
        <p:nvCxnSpPr>
          <p:cNvPr id="29" name="Connector 2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31" name="TextBox 3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LBは平常時の分散、フォールバックは異常時の退避。役割が異なる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トークンレートリミット ＝ トークンのサーキットブレーカ</a:t>
            </a:r>
          </a:p>
        </p:txBody>
      </p:sp>
      <p:sp>
        <p:nvSpPr>
          <p:cNvPr id="3" name="TextBox 2"/>
          <p:cNvSpPr txBox="1"/>
          <p:nvPr/>
        </p:nvSpPr>
        <p:spPr>
          <a:xfrm>
            <a:off x="420624"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従来のサーキットブレーカ</a:t>
            </a:r>
          </a:p>
        </p:txBody>
      </p:sp>
      <p:cxnSp>
        <p:nvCxnSpPr>
          <p:cNvPr id="4" name="Connector 3"/>
          <p:cNvCxnSpPr/>
          <p:nvPr/>
        </p:nvCxnSpPr>
        <p:spPr>
          <a:xfrm>
            <a:off x="420624" y="1554480"/>
            <a:ext cx="387705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トリガーは</a:t>
            </a:r>
            <a:r>
              <a:rPr sz="1800" b="1" i="0">
                <a:solidFill>
                  <a:srgbClr val="131313"/>
                </a:solidFill>
                <a:latin typeface="Montserrat"/>
                <a:ea typeface="Noto Sans JP"/>
                <a:cs typeface="Noto Sans JP"/>
              </a:rPr>
              <a:t>エラー率</a:t>
            </a:r>
            <a:r>
              <a:rPr sz="1800" b="0" i="0">
                <a:solidFill>
                  <a:srgbClr val="131313"/>
                </a:solidFill>
                <a:latin typeface="Montserrat"/>
                <a:ea typeface="Noto Sans JP"/>
                <a:cs typeface="Noto Sans JP"/>
              </a:rPr>
              <a:t>とレイテンシ</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守るのは</a:t>
            </a:r>
            <a:r>
              <a:rPr sz="1800" b="1" i="0">
                <a:solidFill>
                  <a:srgbClr val="131313"/>
                </a:solidFill>
                <a:latin typeface="Montserrat"/>
                <a:ea typeface="Noto Sans JP"/>
                <a:cs typeface="Noto Sans JP"/>
              </a:rPr>
              <a:t>システムの健全性</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暴走時は作動しない</a:t>
            </a:r>
          </a:p>
        </p:txBody>
      </p:sp>
      <p:sp>
        <p:nvSpPr>
          <p:cNvPr id="6" name="TextBox 5"/>
          <p:cNvSpPr txBox="1"/>
          <p:nvPr/>
        </p:nvSpPr>
        <p:spPr>
          <a:xfrm>
            <a:off x="4846320" y="1280160"/>
            <a:ext cx="3877056" cy="256032"/>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トークンのサーキットブレーカ</a:t>
            </a:r>
          </a:p>
        </p:txBody>
      </p:sp>
      <p:cxnSp>
        <p:nvCxnSpPr>
          <p:cNvPr id="7" name="Connector 6"/>
          <p:cNvCxnSpPr/>
          <p:nvPr/>
        </p:nvCxnSpPr>
        <p:spPr>
          <a:xfrm>
            <a:off x="4846320" y="1554480"/>
            <a:ext cx="3877056" cy="0"/>
          </a:xfrm>
          <a:prstGeom prst="line">
            <a:avLst/>
          </a:prstGeom>
          <a:ln w="25400">
            <a:solidFill>
              <a:srgbClr val="4A3FA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0" y="1664207"/>
            <a:ext cx="3877056" cy="2139696"/>
          </a:xfrm>
          <a:prstGeom prst="rect">
            <a:avLst/>
          </a:prstGeom>
          <a:noFill/>
        </p:spPr>
        <p:txBody>
          <a:bodyPr wrap="square" lIns="0" rIns="0" tIns="0" bIns="0" anchor="t">
            <a:spAutoFit/>
          </a:bodyPr>
          <a:lstStyle/>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監視するのは</a:t>
            </a:r>
            <a:r>
              <a:rPr sz="1800" b="1" i="0">
                <a:solidFill>
                  <a:srgbClr val="131313"/>
                </a:solidFill>
                <a:latin typeface="Montserrat"/>
                <a:ea typeface="Noto Sans JP"/>
                <a:cs typeface="Noto Sans JP"/>
                <a:highlight>
                  <a:srgbClr val="C6BEFE"/>
                </a:highlight>
              </a:rPr>
              <a:t>トークン消費量</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守るのは</a:t>
            </a:r>
            <a:r>
              <a:rPr sz="1800" b="1" i="0">
                <a:solidFill>
                  <a:srgbClr val="131313"/>
                </a:solidFill>
                <a:latin typeface="Montserrat"/>
                <a:ea typeface="Noto Sans JP"/>
                <a:cs typeface="Noto Sans JP"/>
                <a:highlight>
                  <a:srgbClr val="C6BEFE"/>
                </a:highlight>
              </a:rPr>
              <a:t>支出の予測可能性</a:t>
            </a:r>
          </a:p>
          <a:p>
            <a:pPr>
              <a:lnSpc>
                <a:spcPct val="120000"/>
              </a:lnSpc>
              <a:spcAft>
                <a:spcPts val="800"/>
              </a:spcAft>
            </a:pPr>
            <a:r>
              <a:rPr sz="1800" b="0" i="0">
                <a:solidFill>
                  <a:srgbClr val="131313"/>
                </a:solidFill>
                <a:latin typeface="Montserrat"/>
                <a:ea typeface="Noto Sans JP"/>
                <a:cs typeface="Noto Sans JP"/>
              </a:rPr>
              <a:t>■  </a:t>
            </a:r>
            <a:r>
              <a:rPr sz="1800" b="0" i="0">
                <a:solidFill>
                  <a:srgbClr val="131313"/>
                </a:solidFill>
                <a:latin typeface="Montserrat"/>
                <a:ea typeface="Noto Sans JP"/>
                <a:cs typeface="Noto Sans JP"/>
              </a:rPr>
              <a:t>200 OK のまま遮断できる</a:t>
            </a:r>
          </a:p>
        </p:txBody>
      </p:sp>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エラー率ではなくトークン消費量を監視する遮断器が要る</a:t>
            </a:r>
          </a:p>
        </p:txBody>
      </p:sp>
      <p:sp>
        <p:nvSpPr>
          <p:cNvPr id="12" name="TextBox 11"/>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スライド11で示した「コストに対する遮断器が存在しない」への回答</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493776"/>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中央で強制し、単位ごとに可視化する</a:t>
            </a:r>
          </a:p>
        </p:txBody>
      </p:sp>
      <p:sp>
        <p:nvSpPr>
          <p:cNvPr id="4" name="TextBox 3"/>
          <p:cNvSpPr txBox="1"/>
          <p:nvPr/>
        </p:nvSpPr>
        <p:spPr>
          <a:xfrm>
            <a:off x="420624" y="237744"/>
            <a:ext cx="8302752" cy="219456"/>
          </a:xfrm>
          <a:prstGeom prst="rect">
            <a:avLst/>
          </a:prstGeom>
          <a:noFill/>
        </p:spPr>
        <p:txBody>
          <a:bodyPr wrap="square" lIns="0" rIns="0" tIns="0" bIns="0" anchor="t">
            <a:spAutoFit/>
          </a:bodyPr>
          <a:lstStyle/>
          <a:p>
            <a:pPr algn="l">
              <a:lnSpc>
                <a:spcPct val="125000"/>
              </a:lnSpc>
              <a:spcAft>
                <a:spcPts val="0"/>
              </a:spcAft>
            </a:pPr>
            <a:r>
              <a:rPr sz="1500" b="0" i="0">
                <a:solidFill>
                  <a:srgbClr val="4A4A55"/>
                </a:solidFill>
                <a:latin typeface="Montserrat"/>
                <a:ea typeface="Noto Sans JP"/>
                <a:cs typeface="Noto Sans JP"/>
              </a:rPr>
              <a:t>トークンレートリミット 2／2</a:t>
            </a:r>
          </a:p>
        </p:txBody>
      </p:sp>
      <p:sp>
        <p:nvSpPr>
          <p:cNvPr id="5" name="TextBox 4"/>
          <p:cNvSpPr txBox="1"/>
          <p:nvPr/>
        </p:nvSpPr>
        <p:spPr>
          <a:xfrm>
            <a:off x="420624" y="1389888"/>
            <a:ext cx="8302752" cy="2651760"/>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C6BEFE"/>
                </a:highlight>
              </a:rPr>
              <a:t>エンドポイント単位</a:t>
            </a:r>
            <a:r>
              <a:rPr sz="2400" b="0" i="0">
                <a:solidFill>
                  <a:srgbClr val="131313"/>
                </a:solidFill>
                <a:latin typeface="Montserrat"/>
                <a:ea typeface="Noto Sans JP"/>
                <a:cs typeface="Noto Sans JP"/>
              </a:rPr>
              <a:t>と</a:t>
            </a:r>
            <a:r>
              <a:rPr sz="2400" b="1" i="0">
                <a:solidFill>
                  <a:srgbClr val="131313"/>
                </a:solidFill>
                <a:latin typeface="Montserrat"/>
                <a:ea typeface="Noto Sans JP"/>
                <a:cs typeface="Noto Sans JP"/>
                <a:highlight>
                  <a:srgbClr val="C6BEFE"/>
                </a:highlight>
              </a:rPr>
              <a:t>ユーザー単位</a:t>
            </a:r>
            <a:r>
              <a:rPr sz="2400" b="0" i="0">
                <a:solidFill>
                  <a:srgbClr val="131313"/>
                </a:solidFill>
                <a:latin typeface="Montserrat"/>
                <a:ea typeface="Noto Sans JP"/>
                <a:cs typeface="Noto Sans JP"/>
              </a:rPr>
              <a:t>でトークンベースのレート制限</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コストと流量のガバナンスを中央で強制する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モデルベンダーを横断してトークン使用量を可視化</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目的は明快 ― </a:t>
            </a:r>
            <a:r>
              <a:rPr sz="2400" b="1" i="0">
                <a:solidFill>
                  <a:srgbClr val="131313"/>
                </a:solidFill>
                <a:latin typeface="Montserrat"/>
                <a:ea typeface="Noto Sans JP"/>
                <a:cs typeface="Noto Sans JP"/>
                <a:highlight>
                  <a:srgbClr val="B2F8FF"/>
                </a:highlight>
              </a:rPr>
              <a:t>bill shock を防ぐ</a:t>
            </a:r>
          </a:p>
        </p:txBody>
      </p:sp>
      <p:cxnSp>
        <p:nvCxnSpPr>
          <p:cNvPr id="6" name="Connector 5"/>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8" name="TextBox 7"/>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見えない支出は制御できない。まず計測を中央に集める</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トークン遮断の設計論点</a:t>
            </a:r>
          </a:p>
        </p:txBody>
      </p:sp>
      <p:sp>
        <p:nvSpPr>
          <p:cNvPr id="3" name="Rectangle 2"/>
          <p:cNvSpPr/>
          <p:nvPr/>
        </p:nvSpPr>
        <p:spPr>
          <a:xfrm>
            <a:off x="420624" y="1280160"/>
            <a:ext cx="2645664" cy="2761488"/>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WHO</a:t>
            </a:r>
          </a:p>
          <a:p>
            <a:pPr algn="l">
              <a:lnSpc>
                <a:spcPct val="115000"/>
              </a:lnSpc>
              <a:spcAft>
                <a:spcPts val="300"/>
              </a:spcAft>
            </a:pPr>
            <a:r>
              <a:rPr sz="1500" b="1" i="0">
                <a:solidFill>
                  <a:srgbClr val="131313"/>
                </a:solidFill>
                <a:latin typeface="Montserrat"/>
                <a:ea typeface="Noto Sans JP"/>
                <a:cs typeface="Noto Sans JP"/>
              </a:rPr>
              <a:t>遮断の単位</a:t>
            </a:r>
          </a:p>
          <a:p>
            <a:pPr algn="l">
              <a:lnSpc>
                <a:spcPct val="125000"/>
              </a:lnSpc>
              <a:spcAft>
                <a:spcPts val="0"/>
              </a:spcAft>
            </a:pPr>
            <a:r>
              <a:rPr sz="1150" b="0" i="0">
                <a:solidFill>
                  <a:srgbClr val="2C2C36"/>
                </a:solidFill>
                <a:latin typeface="Montserrat"/>
                <a:ea typeface="Noto Sans JP"/>
                <a:cs typeface="Noto Sans JP"/>
              </a:rPr>
              <a:t>ユーザー／APIキー／エージェント／チーム／時間窓</a:t>
            </a:r>
          </a:p>
        </p:txBody>
      </p:sp>
      <p:pic>
        <p:nvPicPr>
          <p:cNvPr id="4" name="Picture 3" descr="policies.png"/>
          <p:cNvPicPr>
            <a:picLocks noChangeAspect="1"/>
          </p:cNvPicPr>
          <p:nvPr/>
        </p:nvPicPr>
        <p:blipFill>
          <a:blip r:embed="rId2"/>
          <a:stretch>
            <a:fillRect/>
          </a:stretch>
        </p:blipFill>
        <p:spPr>
          <a:xfrm>
            <a:off x="512064" y="1353312"/>
            <a:ext cx="310896" cy="310896"/>
          </a:xfrm>
          <a:prstGeom prst="rect">
            <a:avLst/>
          </a:prstGeom>
        </p:spPr>
      </p:pic>
      <p:sp>
        <p:nvSpPr>
          <p:cNvPr id="5" name="Rectangle 4"/>
          <p:cNvSpPr/>
          <p:nvPr/>
        </p:nvSpPr>
        <p:spPr>
          <a:xfrm>
            <a:off x="3249168" y="1280160"/>
            <a:ext cx="2645664" cy="2761488"/>
          </a:xfrm>
          <a:prstGeom prst="rect">
            <a:avLst/>
          </a:prstGeom>
          <a:solidFill>
            <a:srgbClr val="C6BEFE"/>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WHAT</a:t>
            </a:r>
          </a:p>
          <a:p>
            <a:pPr algn="l">
              <a:lnSpc>
                <a:spcPct val="115000"/>
              </a:lnSpc>
              <a:spcAft>
                <a:spcPts val="300"/>
              </a:spcAft>
            </a:pPr>
            <a:r>
              <a:rPr sz="1500" b="1" i="0">
                <a:solidFill>
                  <a:srgbClr val="131313"/>
                </a:solidFill>
                <a:latin typeface="Montserrat"/>
                <a:ea typeface="Noto Sans JP"/>
                <a:cs typeface="Noto Sans JP"/>
              </a:rPr>
              <a:t>上限到達時の挙動</a:t>
            </a:r>
          </a:p>
          <a:p>
            <a:pPr algn="l">
              <a:lnSpc>
                <a:spcPct val="125000"/>
              </a:lnSpc>
              <a:spcAft>
                <a:spcPts val="0"/>
              </a:spcAft>
            </a:pPr>
            <a:r>
              <a:rPr sz="1150" b="0" i="0">
                <a:solidFill>
                  <a:srgbClr val="2C2C36"/>
                </a:solidFill>
                <a:latin typeface="Montserrat"/>
                <a:ea typeface="Noto Sans JP"/>
                <a:cs typeface="Noto Sans JP"/>
              </a:rPr>
              <a:t>429を返す／キューイングする／下位モデルへ降格する</a:t>
            </a:r>
          </a:p>
        </p:txBody>
      </p:sp>
      <p:pic>
        <p:nvPicPr>
          <p:cNvPr id="6" name="Picture 5" descr="alerts.png"/>
          <p:cNvPicPr>
            <a:picLocks noChangeAspect="1"/>
          </p:cNvPicPr>
          <p:nvPr/>
        </p:nvPicPr>
        <p:blipFill>
          <a:blip r:embed="rId3"/>
          <a:stretch>
            <a:fillRect/>
          </a:stretch>
        </p:blipFill>
        <p:spPr>
          <a:xfrm>
            <a:off x="3340608" y="1353312"/>
            <a:ext cx="310896" cy="310896"/>
          </a:xfrm>
          <a:prstGeom prst="rect">
            <a:avLst/>
          </a:prstGeom>
        </p:spPr>
      </p:pic>
      <p:sp>
        <p:nvSpPr>
          <p:cNvPr id="7" name="Rectangle 6"/>
          <p:cNvSpPr/>
          <p:nvPr/>
        </p:nvSpPr>
        <p:spPr>
          <a:xfrm>
            <a:off x="6077712" y="1280160"/>
            <a:ext cx="2645664" cy="2761488"/>
          </a:xfrm>
          <a:prstGeom prst="rect">
            <a:avLst/>
          </a:prstGeom>
          <a:no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11480"/>
          <a:lstStyle/>
          <a:p>
            <a:pPr algn="l">
              <a:lnSpc>
                <a:spcPct val="125000"/>
              </a:lnSpc>
              <a:spcAft>
                <a:spcPts val="0"/>
              </a:spcAft>
            </a:pPr>
            <a:r>
              <a:rPr sz="1000" b="1" i="0">
                <a:solidFill>
                  <a:srgbClr val="5A5A66"/>
                </a:solidFill>
                <a:latin typeface="Montserrat"/>
                <a:ea typeface="Noto Sans JP"/>
                <a:cs typeface="Noto Sans JP"/>
              </a:rPr>
              <a:t>HOW MUCH</a:t>
            </a:r>
          </a:p>
          <a:p>
            <a:pPr algn="l">
              <a:lnSpc>
                <a:spcPct val="115000"/>
              </a:lnSpc>
              <a:spcAft>
                <a:spcPts val="300"/>
              </a:spcAft>
            </a:pPr>
            <a:r>
              <a:rPr sz="1500" b="1" i="0">
                <a:solidFill>
                  <a:srgbClr val="131313"/>
                </a:solidFill>
                <a:latin typeface="Montserrat"/>
                <a:ea typeface="Noto Sans JP"/>
                <a:cs typeface="Noto Sans JP"/>
              </a:rPr>
              <a:t>閾値の設計</a:t>
            </a:r>
          </a:p>
          <a:p>
            <a:pPr algn="l">
              <a:lnSpc>
                <a:spcPct val="125000"/>
              </a:lnSpc>
              <a:spcAft>
                <a:spcPts val="0"/>
              </a:spcAft>
            </a:pPr>
            <a:r>
              <a:rPr sz="1150" b="0" i="0">
                <a:solidFill>
                  <a:srgbClr val="2C2C36"/>
                </a:solidFill>
                <a:latin typeface="Montserrat"/>
                <a:ea typeface="Noto Sans JP"/>
                <a:cs typeface="Noto Sans JP"/>
              </a:rPr>
              <a:t>ハードリミットか、警告閾値を別に設けるか</a:t>
            </a:r>
          </a:p>
        </p:txBody>
      </p:sp>
      <p:pic>
        <p:nvPicPr>
          <p:cNvPr id="8" name="Picture 7" descr="measure.png"/>
          <p:cNvPicPr>
            <a:picLocks noChangeAspect="1"/>
          </p:cNvPicPr>
          <p:nvPr/>
        </p:nvPicPr>
        <p:blipFill>
          <a:blip r:embed="rId4"/>
          <a:stretch>
            <a:fillRect/>
          </a:stretch>
        </p:blipFill>
        <p:spPr>
          <a:xfrm>
            <a:off x="6169151" y="1353312"/>
            <a:ext cx="310896" cy="310896"/>
          </a:xfrm>
          <a:prstGeom prst="rect">
            <a:avLst/>
          </a:prstGeom>
        </p:spPr>
      </p:pic>
      <p:cxnSp>
        <p:nvCxnSpPr>
          <p:cNvPr id="9" name="Connector 8"/>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11" name="TextBox 10"/>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遮断か降格かは、技術ではなく業務要件が決める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MCP接続制御　[ Tech Preview ]</a:t>
            </a:r>
          </a:p>
        </p:txBody>
      </p:sp>
      <p:sp>
        <p:nvSpPr>
          <p:cNvPr id="3" name="TextBox 2"/>
          <p:cNvSpPr txBox="1"/>
          <p:nvPr/>
        </p:nvSpPr>
        <p:spPr>
          <a:xfrm>
            <a:off x="420624" y="1280160"/>
            <a:ext cx="8302752" cy="2523744"/>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1" i="0">
                <a:solidFill>
                  <a:srgbClr val="131313"/>
                </a:solidFill>
                <a:latin typeface="Montserrat"/>
                <a:ea typeface="Noto Sans JP"/>
                <a:cs typeface="Noto Sans JP"/>
                <a:highlight>
                  <a:srgbClr val="C6BEFE"/>
                </a:highlight>
              </a:rPr>
              <a:t>APIキーごとに、アクセスできるツールを定義する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Tool-Level Filtering ― ツール単位で Read Only / Write を制御</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個々のMCPサーバーではなく、</a:t>
            </a:r>
            <a:r>
              <a:rPr sz="2400" b="1" i="0">
                <a:solidFill>
                  <a:srgbClr val="131313"/>
                </a:solidFill>
                <a:latin typeface="Montserrat"/>
                <a:ea typeface="Noto Sans JP"/>
                <a:cs typeface="Noto Sans JP"/>
                <a:highlight>
                  <a:srgbClr val="B2F8FF"/>
                </a:highlight>
              </a:rPr>
              <a:t>ゲートウェイ側でAPIキーを注入</a:t>
            </a:r>
          </a:p>
        </p:txBody>
      </p:sp>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エージェントに認証情報を持たせず、ツール単位で権限を絞る</a:t>
            </a:r>
          </a:p>
        </p:txBody>
      </p:sp>
      <p:sp>
        <p:nvSpPr>
          <p:cNvPr id="7" name="TextBox 6"/>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 MCPサーバーガバナンスおよび同梱テストエージェントは Tech Preview であり、本番利用は想定されていません</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384048"/>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答え合わせ ― 4要件はすべて基盤層で充足できる</a:t>
            </a:r>
          </a:p>
        </p:txBody>
      </p:sp>
      <p:graphicFrame>
        <p:nvGraphicFramePr>
          <p:cNvPr id="3" name="Table 2"/>
          <p:cNvGraphicFramePr>
            <a:graphicFrameLocks noGrp="1"/>
          </p:cNvGraphicFramePr>
          <p:nvPr/>
        </p:nvGraphicFramePr>
        <p:xfrm>
          <a:off x="420624" y="1280160"/>
          <a:ext cx="8302752" cy="1920240"/>
        </p:xfrm>
        <a:graphic>
          <a:graphicData uri="http://schemas.openxmlformats.org/drawingml/2006/table">
            <a:tbl>
              <a:tblPr firstRow="1" bandRow="1">
                <a:tableStyleId>{5C22544A-7EE6-4342-B048-85BDC9FD1C3A}</a:tableStyleId>
              </a:tblPr>
              <a:tblGrid>
                <a:gridCol w="2834640"/>
                <a:gridCol w="5468112"/>
              </a:tblGrid>
              <a:tr h="384048">
                <a:tc>
                  <a:txBody>
                    <a:bodyPr wrap="square"/>
                    <a:lstStyle/>
                    <a:p>
                      <a:pPr algn="l">
                        <a:lnSpc>
                          <a:spcPct val="125000"/>
                        </a:lnSpc>
                        <a:spcAft>
                          <a:spcPts val="0"/>
                        </a:spcAft>
                      </a:pPr>
                      <a:r>
                        <a:rPr sz="1100" b="1" i="0">
                          <a:solidFill>
                            <a:srgbClr val="4A4A55"/>
                          </a:solidFill>
                          <a:latin typeface="Montserrat"/>
                          <a:ea typeface="Noto Sans JP"/>
                          <a:cs typeface="Noto Sans JP"/>
                        </a:rPr>
                        <a:t>非機能要件</a:t>
                      </a:r>
                    </a:p>
                  </a:txBody>
                  <a:tcPr marL="36576" marR="36576" marT="27432" marB="27432" anchor="ctr">
                    <a:noFill/>
                  </a:tcPr>
                </a:tc>
                <a:tc>
                  <a:txBody>
                    <a:bodyPr wrap="square"/>
                    <a:lstStyle/>
                    <a:p>
                      <a:pPr algn="l">
                        <a:lnSpc>
                          <a:spcPct val="125000"/>
                        </a:lnSpc>
                        <a:spcAft>
                          <a:spcPts val="0"/>
                        </a:spcAft>
                      </a:pPr>
                      <a:r>
                        <a:rPr sz="1100" b="1" i="0">
                          <a:solidFill>
                            <a:srgbClr val="4A4A55"/>
                          </a:solidFill>
                          <a:latin typeface="Montserrat"/>
                          <a:ea typeface="Noto Sans JP"/>
                          <a:cs typeface="Noto Sans JP"/>
                        </a:rPr>
                        <a:t>対応する機能</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移植性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統合エンドポイント ― 単一API・マルチプロバイダ</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可用性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統合エンドポイント ― ロードバランス／フォールバック</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コスト予測可能性</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トークンレートリミット（per endpoint / per user）</a:t>
                      </a:r>
                    </a:p>
                  </a:txBody>
                  <a:tcPr marL="36576" marR="36576" marT="27432" marB="27432" anchor="ctr">
                    <a:noFill/>
                  </a:tcPr>
                </a:tc>
              </a:tr>
              <a:tr h="384048">
                <a:tc>
                  <a:txBody>
                    <a:bodyPr wrap="square"/>
                    <a:lstStyle/>
                    <a:p>
                      <a:pPr algn="l">
                        <a:lnSpc>
                          <a:spcPct val="125000"/>
                        </a:lnSpc>
                        <a:spcAft>
                          <a:spcPts val="0"/>
                        </a:spcAft>
                      </a:pPr>
                      <a:r>
                        <a:rPr sz="1500" b="1" i="0">
                          <a:solidFill>
                            <a:srgbClr val="131313"/>
                          </a:solidFill>
                          <a:latin typeface="Montserrat"/>
                          <a:ea typeface="Noto Sans JP"/>
                          <a:cs typeface="Noto Sans JP"/>
                        </a:rPr>
                        <a:t>データ主権</a:t>
                      </a:r>
                    </a:p>
                  </a:txBody>
                  <a:tcPr marL="36576" marR="36576" marT="27432" marB="27432" anchor="ctr">
                    <a:noFill/>
                  </a:tcPr>
                </a:tc>
                <a:tc>
                  <a:txBody>
                    <a:bodyPr wrap="square"/>
                    <a:lstStyle/>
                    <a:p>
                      <a:pPr algn="l">
                        <a:lnSpc>
                          <a:spcPct val="125000"/>
                        </a:lnSpc>
                        <a:spcAft>
                          <a:spcPts val="0"/>
                        </a:spcAft>
                      </a:pPr>
                      <a:r>
                        <a:rPr sz="1500" b="0" i="0">
                          <a:solidFill>
                            <a:srgbClr val="131313"/>
                          </a:solidFill>
                          <a:latin typeface="Montserrat"/>
                          <a:ea typeface="Noto Sans JP"/>
                          <a:cs typeface="Noto Sans JP"/>
                        </a:rPr>
                        <a:t>MCP接続制御（Tech Preview）</a:t>
                      </a:r>
                    </a:p>
                  </a:txBody>
                  <a:tcPr marL="36576" marR="36576" marT="27432" marB="27432" anchor="ctr">
                    <a:noFill/>
                  </a:tcPr>
                </a:tc>
              </a:tr>
            </a:tbl>
          </a:graphicData>
        </a:graphic>
      </p:graphicFrame>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4要件はすべて、アプリを改修せず基盤層で充足できる</a:t>
            </a:r>
          </a:p>
        </p:txBody>
      </p:sp>
      <p:sp>
        <p:nvSpPr>
          <p:cNvPr id="7" name="TextBox 6"/>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実行環境：任意のCNCF準拠Kubernetes ／ オンプレミス・エッジ・NEO Cloud・パブリッククラウド</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セマンティックルーティング</a:t>
            </a:r>
          </a:p>
        </p:txBody>
      </p:sp>
      <p:sp>
        <p:nvSpPr>
          <p:cNvPr id="3" name="TextBox 2"/>
          <p:cNvSpPr txBox="1"/>
          <p:nvPr/>
        </p:nvSpPr>
        <p:spPr>
          <a:xfrm>
            <a:off x="420624" y="1280160"/>
            <a:ext cx="8302752" cy="2523744"/>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ここまでは、呼ぶモデルを</a:t>
            </a:r>
            <a:r>
              <a:rPr sz="2400" b="1" i="0">
                <a:solidFill>
                  <a:srgbClr val="131313"/>
                </a:solidFill>
                <a:latin typeface="Montserrat"/>
                <a:ea typeface="Noto Sans JP"/>
                <a:cs typeface="Noto Sans JP"/>
              </a:rPr>
              <a:t>アプリが指定する</a:t>
            </a:r>
            <a:r>
              <a:rPr sz="2400" b="0" i="0">
                <a:solidFill>
                  <a:srgbClr val="131313"/>
                </a:solidFill>
                <a:latin typeface="Montserrat"/>
                <a:ea typeface="Noto Sans JP"/>
                <a:cs typeface="Noto Sans JP"/>
              </a:rPr>
              <a:t>前提だった</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リクエストの</a:t>
            </a:r>
            <a:r>
              <a:rPr sz="2400" b="1" i="0">
                <a:solidFill>
                  <a:srgbClr val="131313"/>
                </a:solidFill>
                <a:latin typeface="Montserrat"/>
                <a:ea typeface="Noto Sans JP"/>
                <a:cs typeface="Noto Sans JP"/>
                <a:highlight>
                  <a:srgbClr val="B2F8FF"/>
                </a:highlight>
              </a:rPr>
              <a:t>意味内容・複雑性・意図</a:t>
            </a:r>
            <a:r>
              <a:rPr sz="2400" b="0" i="0">
                <a:solidFill>
                  <a:srgbClr val="131313"/>
                </a:solidFill>
                <a:latin typeface="Montserrat"/>
                <a:ea typeface="Noto Sans JP"/>
                <a:cs typeface="Noto Sans JP"/>
              </a:rPr>
              <a:t>に基づき動的に選択する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単純な要求は小型モデルへ、困難な要求は高性能モデルへ</a:t>
            </a:r>
          </a:p>
        </p:txBody>
      </p:sp>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モデル選択をアプリから基盤へ移すことが、次の一手になる</a:t>
            </a:r>
          </a:p>
        </p:txBody>
      </p:sp>
      <p:sp>
        <p:nvSpPr>
          <p:cNvPr id="7" name="TextBox 6"/>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 本機能はロードマップです。提供時期・仕様は未確定です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何が変わるか</a:t>
            </a:r>
          </a:p>
        </p:txBody>
      </p:sp>
      <p:sp>
        <p:nvSpPr>
          <p:cNvPr id="3" name="TextBox 2"/>
          <p:cNvSpPr txBox="1"/>
          <p:nvPr/>
        </p:nvSpPr>
        <p:spPr>
          <a:xfrm>
            <a:off x="420624" y="1280160"/>
            <a:ext cx="8302752" cy="2523744"/>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コスト・品質・レイテンシを</a:t>
            </a:r>
            <a:r>
              <a:rPr sz="2400" b="1" i="0">
                <a:solidFill>
                  <a:srgbClr val="131313"/>
                </a:solidFill>
                <a:latin typeface="Montserrat"/>
                <a:ea typeface="Noto Sans JP"/>
                <a:cs typeface="Noto Sans JP"/>
                <a:highlight>
                  <a:srgbClr val="C6BEFE"/>
                </a:highlight>
              </a:rPr>
              <a:t>同時に最適化</a:t>
            </a:r>
            <a:r>
              <a:rPr sz="2400" b="0" i="0">
                <a:solidFill>
                  <a:srgbClr val="131313"/>
                </a:solidFill>
                <a:latin typeface="Montserrat"/>
                <a:ea typeface="Noto Sans JP"/>
                <a:cs typeface="Noto Sans JP"/>
              </a:rPr>
              <a:t>できる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上位モデルと小型モデルには大きな単価差がある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相当割合の要求を小型モデルへ振り分けても品質を維持しうる</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ルーティングポリシーは一度定義すればよい</a:t>
            </a:r>
          </a:p>
        </p:txBody>
      </p:sp>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コスト・品質・レイテンシは、トレードオフではなく同時に最適化できる</a:t>
            </a:r>
          </a:p>
        </p:txBody>
      </p:sp>
      <p:sp>
        <p:nvSpPr>
          <p:cNvPr id="7" name="TextBox 6"/>
          <p:cNvSpPr txBox="1"/>
          <p:nvPr/>
        </p:nvSpPr>
        <p:spPr>
          <a:xfrm>
            <a:off x="420624" y="4462272"/>
            <a:ext cx="8302752" cy="274320"/>
          </a:xfrm>
          <a:prstGeom prst="rect">
            <a:avLst/>
          </a:prstGeom>
          <a:noFill/>
        </p:spPr>
        <p:txBody>
          <a:bodyPr wrap="square" lIns="0" rIns="0" tIns="0" bIns="0" anchor="t">
            <a:spAutoFit/>
          </a:bodyPr>
          <a:lstStyle/>
          <a:p>
            <a:pPr algn="l">
              <a:lnSpc>
                <a:spcPct val="115000"/>
              </a:lnSpc>
              <a:spcAft>
                <a:spcPts val="0"/>
              </a:spcAft>
            </a:pPr>
            <a:r>
              <a:rPr sz="1000" b="0" i="0">
                <a:solidFill>
                  <a:srgbClr val="4A4A55"/>
                </a:solidFill>
                <a:latin typeface="Montserrat"/>
                <a:ea typeface="Noto Sans JP"/>
                <a:cs typeface="Noto Sans JP"/>
              </a:rPr>
              <a:t>※ 本機能はロードマップです。提供時期・仕様は未確定です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20624" y="384048"/>
            <a:ext cx="8302752" cy="841248"/>
          </a:xfrm>
          <a:prstGeom prst="rect">
            <a:avLst/>
          </a:prstGeom>
          <a:noFill/>
        </p:spPr>
        <p:txBody>
          <a:bodyPr wrap="square" lIns="0" rIns="0" tIns="0" bIns="0" anchor="t">
            <a:spAutoFit/>
          </a:bodyPr>
          <a:lstStyle/>
          <a:p>
            <a:pPr algn="l">
              <a:lnSpc>
                <a:spcPct val="115000"/>
              </a:lnSpc>
              <a:spcAft>
                <a:spcPts val="0"/>
              </a:spcAft>
            </a:pPr>
            <a:r>
              <a:rPr sz="2800" b="1" i="0">
                <a:solidFill>
                  <a:srgbClr val="131313"/>
                </a:solidFill>
                <a:latin typeface="Montserrat"/>
                <a:ea typeface="Noto Sans JP"/>
                <a:cs typeface="Noto Sans JP"/>
              </a:rPr>
              <a:t>リファレンス構成</a:t>
            </a:r>
          </a:p>
        </p:txBody>
      </p:sp>
      <p:sp>
        <p:nvSpPr>
          <p:cNvPr id="3" name="Rectangle 2"/>
          <p:cNvSpPr/>
          <p:nvPr/>
        </p:nvSpPr>
        <p:spPr>
          <a:xfrm>
            <a:off x="420624" y="1572768"/>
            <a:ext cx="1572768" cy="1316736"/>
          </a:xfrm>
          <a:prstGeom prst="rect">
            <a:avLst/>
          </a:prstGeom>
          <a:solidFill>
            <a:srgbClr val="D7D7D7"/>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400"/>
              </a:spcAft>
            </a:pPr>
            <a:r>
              <a:rPr sz="1100" b="1" i="0">
                <a:solidFill>
                  <a:srgbClr val="131313"/>
                </a:solidFill>
                <a:latin typeface="Montserrat"/>
                <a:ea typeface="Noto Sans JP"/>
                <a:cs typeface="Noto Sans JP"/>
              </a:rPr>
              <a:t>利用側</a:t>
            </a:r>
          </a:p>
        </p:txBody>
      </p:sp>
      <p:sp>
        <p:nvSpPr>
          <p:cNvPr id="4" name="Rectangle 3"/>
          <p:cNvSpPr/>
          <p:nvPr/>
        </p:nvSpPr>
        <p:spPr>
          <a:xfrm>
            <a:off x="548640" y="1865376"/>
            <a:ext cx="1316736" cy="402336"/>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業務アプリケーション</a:t>
            </a:r>
          </a:p>
        </p:txBody>
      </p:sp>
      <p:sp>
        <p:nvSpPr>
          <p:cNvPr id="5" name="Rectangle 4"/>
          <p:cNvSpPr/>
          <p:nvPr/>
        </p:nvSpPr>
        <p:spPr>
          <a:xfrm>
            <a:off x="548640" y="2359152"/>
            <a:ext cx="1316736" cy="402336"/>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AIエージェント</a:t>
            </a:r>
          </a:p>
        </p:txBody>
      </p:sp>
      <p:cxnSp>
        <p:nvCxnSpPr>
          <p:cNvPr id="6" name="Connector 5"/>
          <p:cNvCxnSpPr/>
          <p:nvPr/>
        </p:nvCxnSpPr>
        <p:spPr>
          <a:xfrm>
            <a:off x="2011680" y="2231136"/>
            <a:ext cx="384048" cy="0"/>
          </a:xfrm>
          <a:prstGeom prst="line">
            <a:avLst/>
          </a:prstGeom>
          <a:ln w="2540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414016" y="1371600"/>
            <a:ext cx="1920240" cy="1737360"/>
          </a:xfrm>
          <a:prstGeom prst="rect">
            <a:avLst/>
          </a:prstGeom>
          <a:solidFill>
            <a:srgbClr val="C6BEFE"/>
          </a:solidFill>
          <a:ln w="254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500"/>
              </a:spcAft>
            </a:pPr>
            <a:r>
              <a:rPr sz="1300" b="1" i="0">
                <a:solidFill>
                  <a:srgbClr val="131313"/>
                </a:solidFill>
                <a:latin typeface="Montserrat"/>
                <a:ea typeface="Noto Sans JP"/>
                <a:cs typeface="Noto Sans JP"/>
              </a:rPr>
              <a:t>Agent Gateway</a:t>
            </a:r>
          </a:p>
        </p:txBody>
      </p:sp>
      <p:sp>
        <p:nvSpPr>
          <p:cNvPr id="8" name="Rectangle 7"/>
          <p:cNvSpPr/>
          <p:nvPr/>
        </p:nvSpPr>
        <p:spPr>
          <a:xfrm>
            <a:off x="2542032" y="1755648"/>
            <a:ext cx="1664208" cy="347472"/>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統合エンドポイント</a:t>
            </a:r>
          </a:p>
        </p:txBody>
      </p:sp>
      <p:sp>
        <p:nvSpPr>
          <p:cNvPr id="9" name="Rectangle 8"/>
          <p:cNvSpPr/>
          <p:nvPr/>
        </p:nvSpPr>
        <p:spPr>
          <a:xfrm>
            <a:off x="2542032" y="2176272"/>
            <a:ext cx="1664208" cy="347472"/>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トークンレートリミット</a:t>
            </a:r>
          </a:p>
        </p:txBody>
      </p:sp>
      <p:sp>
        <p:nvSpPr>
          <p:cNvPr id="10" name="Rectangle 9"/>
          <p:cNvSpPr/>
          <p:nvPr/>
        </p:nvSpPr>
        <p:spPr>
          <a:xfrm>
            <a:off x="2542032" y="2596896"/>
            <a:ext cx="1664208" cy="347472"/>
          </a:xfrm>
          <a:prstGeom prst="rect">
            <a:avLst/>
          </a:prstGeom>
          <a:solidFill>
            <a:srgbClr val="FFFF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25000"/>
              </a:lnSpc>
              <a:spcAft>
                <a:spcPts val="0"/>
              </a:spcAft>
            </a:pPr>
            <a:r>
              <a:rPr sz="1000" b="0" i="0">
                <a:solidFill>
                  <a:srgbClr val="131313"/>
                </a:solidFill>
                <a:latin typeface="Montserrat"/>
                <a:ea typeface="Noto Sans JP"/>
                <a:cs typeface="Noto Sans JP"/>
              </a:rPr>
              <a:t>MCP接続制御・監査</a:t>
            </a:r>
          </a:p>
        </p:txBody>
      </p:sp>
      <p:sp>
        <p:nvSpPr>
          <p:cNvPr id="11" name="Rectangle 10"/>
          <p:cNvSpPr/>
          <p:nvPr/>
        </p:nvSpPr>
        <p:spPr>
          <a:xfrm>
            <a:off x="5120640" y="1170432"/>
            <a:ext cx="3602736" cy="713232"/>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300"/>
              </a:spcAft>
            </a:pPr>
            <a:r>
              <a:rPr sz="1100" b="1" i="0">
                <a:solidFill>
                  <a:srgbClr val="131313"/>
                </a:solidFill>
                <a:latin typeface="Montserrat"/>
                <a:ea typeface="Noto Sans JP"/>
                <a:cs typeface="Noto Sans JP"/>
              </a:rPr>
              <a:t>① 外部LLMプロバイダ</a:t>
            </a:r>
          </a:p>
          <a:p>
            <a:pPr algn="l">
              <a:lnSpc>
                <a:spcPct val="120000"/>
              </a:lnSpc>
              <a:spcAft>
                <a:spcPts val="0"/>
              </a:spcAft>
            </a:pPr>
            <a:r>
              <a:rPr sz="1000" b="0" i="0">
                <a:solidFill>
                  <a:srgbClr val="131313"/>
                </a:solidFill>
                <a:latin typeface="Montserrat"/>
                <a:ea typeface="Noto Sans JP"/>
                <a:cs typeface="Noto Sans JP"/>
              </a:rPr>
              <a:t>OpenAI / Anthropic / Azure / Bedrock ほか</a:t>
            </a:r>
          </a:p>
        </p:txBody>
      </p:sp>
      <p:cxnSp>
        <p:nvCxnSpPr>
          <p:cNvPr id="12" name="Connector 11"/>
          <p:cNvCxnSpPr/>
          <p:nvPr/>
        </p:nvCxnSpPr>
        <p:spPr>
          <a:xfrm flipV="1">
            <a:off x="4334256" y="1527048"/>
            <a:ext cx="768096" cy="301752"/>
          </a:xfrm>
          <a:prstGeom prst="line">
            <a:avLst/>
          </a:prstGeom>
          <a:ln w="2540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718304" y="1371600"/>
            <a:ext cx="237744" cy="237744"/>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1</a:t>
            </a:r>
          </a:p>
        </p:txBody>
      </p:sp>
      <p:sp>
        <p:nvSpPr>
          <p:cNvPr id="14" name="Rectangle 13"/>
          <p:cNvSpPr/>
          <p:nvPr/>
        </p:nvSpPr>
        <p:spPr>
          <a:xfrm>
            <a:off x="5120640" y="2029968"/>
            <a:ext cx="3602736" cy="713232"/>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300"/>
              </a:spcAft>
            </a:pPr>
            <a:r>
              <a:rPr sz="1100" b="1" i="0">
                <a:solidFill>
                  <a:srgbClr val="131313"/>
                </a:solidFill>
                <a:latin typeface="Montserrat"/>
                <a:ea typeface="Noto Sans JP"/>
                <a:cs typeface="Noto Sans JP"/>
              </a:rPr>
              <a:t>② NAI 上のセルフホストモデル</a:t>
            </a:r>
          </a:p>
          <a:p>
            <a:pPr algn="l">
              <a:lnSpc>
                <a:spcPct val="120000"/>
              </a:lnSpc>
              <a:spcAft>
                <a:spcPts val="0"/>
              </a:spcAft>
            </a:pPr>
            <a:r>
              <a:rPr sz="1000" b="0" i="0">
                <a:solidFill>
                  <a:srgbClr val="131313"/>
                </a:solidFill>
                <a:latin typeface="Montserrat"/>
                <a:ea typeface="Noto Sans JP"/>
                <a:cs typeface="Noto Sans JP"/>
              </a:rPr>
              <a:t>vLLM / NVIDIA NIM ― オンプレミス・エッジ</a:t>
            </a:r>
          </a:p>
        </p:txBody>
      </p:sp>
      <p:cxnSp>
        <p:nvCxnSpPr>
          <p:cNvPr id="15" name="Connector 14"/>
          <p:cNvCxnSpPr/>
          <p:nvPr/>
        </p:nvCxnSpPr>
        <p:spPr>
          <a:xfrm>
            <a:off x="4334256" y="2249424"/>
            <a:ext cx="768096" cy="137160"/>
          </a:xfrm>
          <a:prstGeom prst="line">
            <a:avLst/>
          </a:prstGeom>
          <a:ln w="2540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718304" y="2231136"/>
            <a:ext cx="237744" cy="237744"/>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2</a:t>
            </a:r>
          </a:p>
        </p:txBody>
      </p:sp>
      <p:sp>
        <p:nvSpPr>
          <p:cNvPr id="17" name="Rectangle 16"/>
          <p:cNvSpPr/>
          <p:nvPr/>
        </p:nvSpPr>
        <p:spPr>
          <a:xfrm>
            <a:off x="5120640" y="2889504"/>
            <a:ext cx="3602736" cy="713232"/>
          </a:xfrm>
          <a:prstGeom prst="rect">
            <a:avLst/>
          </a:prstGeom>
          <a:solidFill>
            <a:srgbClr val="B2F8FF"/>
          </a:solidFill>
          <a:ln w="12700">
            <a:solidFill>
              <a:srgbClr val="13131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lnSpc>
                <a:spcPct val="125000"/>
              </a:lnSpc>
              <a:spcAft>
                <a:spcPts val="300"/>
              </a:spcAft>
            </a:pPr>
            <a:r>
              <a:rPr sz="1100" b="1" i="0">
                <a:solidFill>
                  <a:srgbClr val="131313"/>
                </a:solidFill>
                <a:latin typeface="Montserrat"/>
                <a:ea typeface="Noto Sans JP"/>
                <a:cs typeface="Noto Sans JP"/>
              </a:rPr>
              <a:t>③ MCPサーバー群</a:t>
            </a:r>
          </a:p>
          <a:p>
            <a:pPr algn="l">
              <a:lnSpc>
                <a:spcPct val="120000"/>
              </a:lnSpc>
              <a:spcAft>
                <a:spcPts val="0"/>
              </a:spcAft>
            </a:pPr>
            <a:r>
              <a:rPr sz="1000" b="0" i="0">
                <a:solidFill>
                  <a:srgbClr val="131313"/>
                </a:solidFill>
                <a:latin typeface="Montserrat"/>
                <a:ea typeface="Noto Sans JP"/>
                <a:cs typeface="Noto Sans JP"/>
              </a:rPr>
              <a:t>業務ツール・内部データソース</a:t>
            </a:r>
          </a:p>
        </p:txBody>
      </p:sp>
      <p:cxnSp>
        <p:nvCxnSpPr>
          <p:cNvPr id="18" name="Connector 17"/>
          <p:cNvCxnSpPr/>
          <p:nvPr/>
        </p:nvCxnSpPr>
        <p:spPr>
          <a:xfrm>
            <a:off x="4334256" y="2670048"/>
            <a:ext cx="768096" cy="576072"/>
          </a:xfrm>
          <a:prstGeom prst="line">
            <a:avLst/>
          </a:prstGeom>
          <a:ln w="25400">
            <a:solidFill>
              <a:srgbClr val="13131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718304" y="3090672"/>
            <a:ext cx="237744" cy="237744"/>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3</a:t>
            </a:r>
          </a:p>
        </p:txBody>
      </p:sp>
      <p:cxnSp>
        <p:nvCxnSpPr>
          <p:cNvPr id="20" name="Connector 19"/>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22" name="TextBox 21"/>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アプリが知るべきエンドポイントは、最後まで1つである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段階的な導入手順</a:t>
            </a:r>
          </a:p>
        </p:txBody>
      </p:sp>
      <p:sp>
        <p:nvSpPr>
          <p:cNvPr id="3" name="Oval 2"/>
          <p:cNvSpPr/>
          <p:nvPr/>
        </p:nvSpPr>
        <p:spPr>
          <a:xfrm>
            <a:off x="420624" y="1737360"/>
            <a:ext cx="310896" cy="310896"/>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200" b="1" i="0">
                <a:solidFill>
                  <a:srgbClr val="FFFFFF"/>
                </a:solidFill>
                <a:latin typeface="Montserrat"/>
                <a:ea typeface="Noto Sans JP"/>
                <a:cs typeface="Noto Sans JP"/>
              </a:rPr>
              <a:t>1</a:t>
            </a:r>
          </a:p>
        </p:txBody>
      </p:sp>
      <p:cxnSp>
        <p:nvCxnSpPr>
          <p:cNvPr id="4" name="Connector 3"/>
          <p:cNvCxnSpPr/>
          <p:nvPr/>
        </p:nvCxnSpPr>
        <p:spPr>
          <a:xfrm>
            <a:off x="420624" y="2212848"/>
            <a:ext cx="1528876"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20624" y="2304288"/>
            <a:ext cx="1528876" cy="1188720"/>
          </a:xfrm>
          <a:prstGeom prst="rect">
            <a:avLst/>
          </a:prstGeom>
          <a:noFill/>
        </p:spPr>
        <p:txBody>
          <a:bodyPr wrap="square" lIns="0" rIns="0" tIns="0" bIns="0" anchor="t">
            <a:spAutoFit/>
          </a:bodyPr>
          <a:lstStyle/>
          <a:p>
            <a:pPr algn="l">
              <a:lnSpc>
                <a:spcPct val="125000"/>
              </a:lnSpc>
              <a:spcAft>
                <a:spcPts val="400"/>
              </a:spcAft>
            </a:pPr>
            <a:r>
              <a:rPr sz="1300" b="1" i="0">
                <a:solidFill>
                  <a:srgbClr val="131313"/>
                </a:solidFill>
                <a:latin typeface="Montserrat"/>
                <a:ea typeface="Noto Sans JP"/>
                <a:cs typeface="Noto Sans JP"/>
              </a:rPr>
              <a:t>集約</a:t>
            </a:r>
          </a:p>
          <a:p>
            <a:pPr algn="l">
              <a:lnSpc>
                <a:spcPct val="125000"/>
              </a:lnSpc>
              <a:spcAft>
                <a:spcPts val="0"/>
              </a:spcAft>
            </a:pPr>
            <a:r>
              <a:rPr sz="1000" b="0" i="0">
                <a:solidFill>
                  <a:srgbClr val="3A3A46"/>
                </a:solidFill>
                <a:latin typeface="Montserrat"/>
                <a:ea typeface="Noto Sans JP"/>
                <a:cs typeface="Noto Sans JP"/>
              </a:rPr>
              <a:t>全AIトラフィックを統合エンドポイント経由に。可観測性の確保のみ</a:t>
            </a:r>
          </a:p>
        </p:txBody>
      </p:sp>
      <p:sp>
        <p:nvSpPr>
          <p:cNvPr id="6" name="Oval 5"/>
          <p:cNvSpPr/>
          <p:nvPr/>
        </p:nvSpPr>
        <p:spPr>
          <a:xfrm>
            <a:off x="2114092" y="1737360"/>
            <a:ext cx="310896" cy="310896"/>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200" b="1" i="0">
                <a:solidFill>
                  <a:srgbClr val="FFFFFF"/>
                </a:solidFill>
                <a:latin typeface="Montserrat"/>
                <a:ea typeface="Noto Sans JP"/>
                <a:cs typeface="Noto Sans JP"/>
              </a:rPr>
              <a:t>2</a:t>
            </a:r>
          </a:p>
        </p:txBody>
      </p:sp>
      <p:cxnSp>
        <p:nvCxnSpPr>
          <p:cNvPr id="7" name="Connector 6"/>
          <p:cNvCxnSpPr/>
          <p:nvPr/>
        </p:nvCxnSpPr>
        <p:spPr>
          <a:xfrm>
            <a:off x="2114092" y="2212848"/>
            <a:ext cx="1528877"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114092" y="2304288"/>
            <a:ext cx="1528876" cy="1188720"/>
          </a:xfrm>
          <a:prstGeom prst="rect">
            <a:avLst/>
          </a:prstGeom>
          <a:noFill/>
        </p:spPr>
        <p:txBody>
          <a:bodyPr wrap="square" lIns="0" rIns="0" tIns="0" bIns="0" anchor="t">
            <a:spAutoFit/>
          </a:bodyPr>
          <a:lstStyle/>
          <a:p>
            <a:pPr algn="l">
              <a:lnSpc>
                <a:spcPct val="125000"/>
              </a:lnSpc>
              <a:spcAft>
                <a:spcPts val="400"/>
              </a:spcAft>
            </a:pPr>
            <a:r>
              <a:rPr sz="1300" b="1" i="0">
                <a:solidFill>
                  <a:srgbClr val="131313"/>
                </a:solidFill>
                <a:latin typeface="Montserrat"/>
                <a:ea typeface="Noto Sans JP"/>
                <a:cs typeface="Noto Sans JP"/>
              </a:rPr>
              <a:t>制限</a:t>
            </a:r>
          </a:p>
          <a:p>
            <a:pPr algn="l">
              <a:lnSpc>
                <a:spcPct val="125000"/>
              </a:lnSpc>
              <a:spcAft>
                <a:spcPts val="0"/>
              </a:spcAft>
            </a:pPr>
            <a:r>
              <a:rPr sz="1000" b="0" i="0">
                <a:solidFill>
                  <a:srgbClr val="3A3A46"/>
                </a:solidFill>
                <a:latin typeface="Montserrat"/>
                <a:ea typeface="Noto Sans JP"/>
                <a:cs typeface="Noto Sans JP"/>
              </a:rPr>
              <a:t>トークンレートリミットを適用する</a:t>
            </a:r>
          </a:p>
        </p:txBody>
      </p:sp>
      <p:sp>
        <p:nvSpPr>
          <p:cNvPr id="9" name="Oval 8"/>
          <p:cNvSpPr/>
          <p:nvPr/>
        </p:nvSpPr>
        <p:spPr>
          <a:xfrm>
            <a:off x="3807561" y="1737360"/>
            <a:ext cx="310896" cy="310896"/>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200" b="1" i="0">
                <a:solidFill>
                  <a:srgbClr val="FFFFFF"/>
                </a:solidFill>
                <a:latin typeface="Montserrat"/>
                <a:ea typeface="Noto Sans JP"/>
                <a:cs typeface="Noto Sans JP"/>
              </a:rPr>
              <a:t>3</a:t>
            </a:r>
          </a:p>
        </p:txBody>
      </p:sp>
      <p:cxnSp>
        <p:nvCxnSpPr>
          <p:cNvPr id="10" name="Connector 9"/>
          <p:cNvCxnSpPr/>
          <p:nvPr/>
        </p:nvCxnSpPr>
        <p:spPr>
          <a:xfrm>
            <a:off x="3807561" y="2212848"/>
            <a:ext cx="1528877"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807561" y="2304288"/>
            <a:ext cx="1528876" cy="1188720"/>
          </a:xfrm>
          <a:prstGeom prst="rect">
            <a:avLst/>
          </a:prstGeom>
          <a:noFill/>
        </p:spPr>
        <p:txBody>
          <a:bodyPr wrap="square" lIns="0" rIns="0" tIns="0" bIns="0" anchor="t">
            <a:spAutoFit/>
          </a:bodyPr>
          <a:lstStyle/>
          <a:p>
            <a:pPr algn="l">
              <a:lnSpc>
                <a:spcPct val="125000"/>
              </a:lnSpc>
              <a:spcAft>
                <a:spcPts val="400"/>
              </a:spcAft>
            </a:pPr>
            <a:r>
              <a:rPr sz="1300" b="1" i="0">
                <a:solidFill>
                  <a:srgbClr val="131313"/>
                </a:solidFill>
                <a:latin typeface="Montserrat"/>
                <a:ea typeface="Noto Sans JP"/>
                <a:cs typeface="Noto Sans JP"/>
              </a:rPr>
              <a:t>冗長化</a:t>
            </a:r>
          </a:p>
          <a:p>
            <a:pPr algn="l">
              <a:lnSpc>
                <a:spcPct val="125000"/>
              </a:lnSpc>
              <a:spcAft>
                <a:spcPts val="0"/>
              </a:spcAft>
            </a:pPr>
            <a:r>
              <a:rPr sz="1000" b="0" i="0">
                <a:solidFill>
                  <a:srgbClr val="3A3A46"/>
                </a:solidFill>
                <a:latin typeface="Montserrat"/>
                <a:ea typeface="Noto Sans JP"/>
                <a:cs typeface="Noto Sans JP"/>
              </a:rPr>
              <a:t>ロードバランスとフォールバックを構成する</a:t>
            </a:r>
          </a:p>
        </p:txBody>
      </p:sp>
      <p:sp>
        <p:nvSpPr>
          <p:cNvPr id="12" name="Oval 11"/>
          <p:cNvSpPr/>
          <p:nvPr/>
        </p:nvSpPr>
        <p:spPr>
          <a:xfrm>
            <a:off x="5501030" y="1737360"/>
            <a:ext cx="310896" cy="310896"/>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200" b="1" i="0">
                <a:solidFill>
                  <a:srgbClr val="FFFFFF"/>
                </a:solidFill>
                <a:latin typeface="Montserrat"/>
                <a:ea typeface="Noto Sans JP"/>
                <a:cs typeface="Noto Sans JP"/>
              </a:rPr>
              <a:t>4</a:t>
            </a:r>
          </a:p>
        </p:txBody>
      </p:sp>
      <p:cxnSp>
        <p:nvCxnSpPr>
          <p:cNvPr id="13" name="Connector 12"/>
          <p:cNvCxnSpPr/>
          <p:nvPr/>
        </p:nvCxnSpPr>
        <p:spPr>
          <a:xfrm>
            <a:off x="5501030" y="2212848"/>
            <a:ext cx="1528877"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501030" y="2304288"/>
            <a:ext cx="1528876" cy="1188720"/>
          </a:xfrm>
          <a:prstGeom prst="rect">
            <a:avLst/>
          </a:prstGeom>
          <a:noFill/>
        </p:spPr>
        <p:txBody>
          <a:bodyPr wrap="square" lIns="0" rIns="0" tIns="0" bIns="0" anchor="t">
            <a:spAutoFit/>
          </a:bodyPr>
          <a:lstStyle/>
          <a:p>
            <a:pPr algn="l">
              <a:lnSpc>
                <a:spcPct val="125000"/>
              </a:lnSpc>
              <a:spcAft>
                <a:spcPts val="400"/>
              </a:spcAft>
            </a:pPr>
            <a:r>
              <a:rPr sz="1300" b="1" i="0">
                <a:solidFill>
                  <a:srgbClr val="131313"/>
                </a:solidFill>
                <a:latin typeface="Montserrat"/>
                <a:ea typeface="Noto Sans JP"/>
                <a:cs typeface="Noto Sans JP"/>
              </a:rPr>
              <a:t>内製化</a:t>
            </a:r>
          </a:p>
          <a:p>
            <a:pPr algn="l">
              <a:lnSpc>
                <a:spcPct val="125000"/>
              </a:lnSpc>
              <a:spcAft>
                <a:spcPts val="0"/>
              </a:spcAft>
            </a:pPr>
            <a:r>
              <a:rPr sz="1000" b="0" i="0">
                <a:solidFill>
                  <a:srgbClr val="3A3A46"/>
                </a:solidFill>
                <a:latin typeface="Montserrat"/>
                <a:ea typeface="Noto Sans JP"/>
                <a:cs typeface="Noto Sans JP"/>
              </a:rPr>
              <a:t>セルフホストモデルを併用する</a:t>
            </a:r>
          </a:p>
        </p:txBody>
      </p:sp>
      <p:sp>
        <p:nvSpPr>
          <p:cNvPr id="15" name="Oval 14"/>
          <p:cNvSpPr/>
          <p:nvPr/>
        </p:nvSpPr>
        <p:spPr>
          <a:xfrm>
            <a:off x="7194499" y="1737360"/>
            <a:ext cx="310896" cy="310896"/>
          </a:xfrm>
          <a:prstGeom prst="ellipse">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200" b="1" i="0">
                <a:solidFill>
                  <a:srgbClr val="FFFFFF"/>
                </a:solidFill>
                <a:latin typeface="Montserrat"/>
                <a:ea typeface="Noto Sans JP"/>
                <a:cs typeface="Noto Sans JP"/>
              </a:rPr>
              <a:t>5</a:t>
            </a:r>
          </a:p>
        </p:txBody>
      </p:sp>
      <p:cxnSp>
        <p:nvCxnSpPr>
          <p:cNvPr id="16" name="Connector 15"/>
          <p:cNvCxnSpPr/>
          <p:nvPr/>
        </p:nvCxnSpPr>
        <p:spPr>
          <a:xfrm>
            <a:off x="7194499" y="2212848"/>
            <a:ext cx="1528877"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194499" y="2304288"/>
            <a:ext cx="1528876" cy="1188720"/>
          </a:xfrm>
          <a:prstGeom prst="rect">
            <a:avLst/>
          </a:prstGeom>
          <a:noFill/>
        </p:spPr>
        <p:txBody>
          <a:bodyPr wrap="square" lIns="0" rIns="0" tIns="0" bIns="0" anchor="t">
            <a:spAutoFit/>
          </a:bodyPr>
          <a:lstStyle/>
          <a:p>
            <a:pPr algn="l">
              <a:lnSpc>
                <a:spcPct val="125000"/>
              </a:lnSpc>
              <a:spcAft>
                <a:spcPts val="400"/>
              </a:spcAft>
            </a:pPr>
            <a:r>
              <a:rPr sz="1300" b="1" i="0">
                <a:solidFill>
                  <a:srgbClr val="131313"/>
                </a:solidFill>
                <a:latin typeface="Montserrat"/>
                <a:ea typeface="Noto Sans JP"/>
                <a:cs typeface="Noto Sans JP"/>
              </a:rPr>
              <a:t>統制</a:t>
            </a:r>
          </a:p>
          <a:p>
            <a:pPr algn="l">
              <a:lnSpc>
                <a:spcPct val="125000"/>
              </a:lnSpc>
              <a:spcAft>
                <a:spcPts val="0"/>
              </a:spcAft>
            </a:pPr>
            <a:r>
              <a:rPr sz="1000" b="0" i="0">
                <a:solidFill>
                  <a:srgbClr val="3A3A46"/>
                </a:solidFill>
                <a:latin typeface="Montserrat"/>
                <a:ea typeface="Noto Sans JP"/>
                <a:cs typeface="Noto Sans JP"/>
              </a:rPr>
              <a:t>MCP接続制御を適用する</a:t>
            </a:r>
          </a:p>
        </p:txBody>
      </p:sp>
      <p:cxnSp>
        <p:nvCxnSpPr>
          <p:cNvPr id="18" name="Connector 17"/>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20" name="TextBox 19"/>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まず可視化だけを行う。それが最も確実な第一歩になる</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20624" y="384048"/>
            <a:ext cx="8302752" cy="841248"/>
          </a:xfrm>
        </p:spPr>
        <p:txBody>
          <a:bodyPr wrap="square" lIns="0" tIns="0" bIns="0"/>
          <a:lstStyle/>
          <a:p>
            <a:pPr algn="l">
              <a:lnSpc>
                <a:spcPct val="115000"/>
              </a:lnSpc>
              <a:spcAft>
                <a:spcPts val="0"/>
              </a:spcAft>
            </a:pPr>
            <a:r>
              <a:rPr sz="2800" b="1" i="0">
                <a:solidFill>
                  <a:srgbClr val="131313"/>
                </a:solidFill>
                <a:latin typeface="Montserrat"/>
                <a:ea typeface="Noto Sans JP"/>
                <a:cs typeface="Noto Sans JP"/>
              </a:rPr>
              <a:t>まとめ</a:t>
            </a:r>
          </a:p>
        </p:txBody>
      </p:sp>
      <p:sp>
        <p:nvSpPr>
          <p:cNvPr id="3" name="TextBox 2"/>
          <p:cNvSpPr txBox="1"/>
          <p:nvPr/>
        </p:nvSpPr>
        <p:spPr>
          <a:xfrm>
            <a:off x="420624" y="1280160"/>
            <a:ext cx="8302752" cy="2761488"/>
          </a:xfrm>
          <a:prstGeom prst="rect">
            <a:avLst/>
          </a:prstGeom>
          <a:noFill/>
        </p:spPr>
        <p:txBody>
          <a:bodyPr wrap="square" lIns="0" rIns="0" tIns="0" bIns="0" anchor="t">
            <a:spAutoFit/>
          </a:bodyPr>
          <a:lstStyle/>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本番AI基盤の要件は</a:t>
            </a:r>
            <a:r>
              <a:rPr sz="2400" b="1" i="0">
                <a:solidFill>
                  <a:srgbClr val="131313"/>
                </a:solidFill>
                <a:latin typeface="Montserrat"/>
                <a:ea typeface="Noto Sans JP"/>
                <a:cs typeface="Noto Sans JP"/>
              </a:rPr>
              <a:t>可用性・コスト予測可能性・データ主権・移植性</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充足すべき層は</a:t>
            </a:r>
            <a:r>
              <a:rPr sz="2400" b="1" i="0">
                <a:solidFill>
                  <a:srgbClr val="131313"/>
                </a:solidFill>
                <a:latin typeface="Montserrat"/>
                <a:ea typeface="Noto Sans JP"/>
                <a:cs typeface="Noto Sans JP"/>
                <a:highlight>
                  <a:srgbClr val="C6BEFE"/>
                </a:highlight>
              </a:rPr>
              <a:t>アプリケーションではなく Gateway</a:t>
            </a:r>
          </a:p>
          <a:p>
            <a:pPr>
              <a:lnSpc>
                <a:spcPct val="120000"/>
              </a:lnSpc>
              <a:spcAft>
                <a:spcPts val="900"/>
              </a:spcAft>
            </a:pPr>
            <a:r>
              <a:rPr sz="2400" b="0" i="0">
                <a:solidFill>
                  <a:srgbClr val="131313"/>
                </a:solidFill>
                <a:latin typeface="Montserrat"/>
                <a:ea typeface="Noto Sans JP"/>
                <a:cs typeface="Noto Sans JP"/>
              </a:rPr>
              <a:t>■  </a:t>
            </a:r>
            <a:r>
              <a:rPr sz="2400" b="0" i="0">
                <a:solidFill>
                  <a:srgbClr val="131313"/>
                </a:solidFill>
                <a:latin typeface="Montserrat"/>
                <a:ea typeface="Noto Sans JP"/>
                <a:cs typeface="Noto Sans JP"/>
              </a:rPr>
              <a:t>次の一手はセマンティックルーティング（ロードマップ）</a:t>
            </a:r>
          </a:p>
        </p:txBody>
      </p:sp>
      <p:cxnSp>
        <p:nvCxnSpPr>
          <p:cNvPr id="4" name="Connector 3"/>
          <p:cNvCxnSpPr/>
          <p:nvPr/>
        </p:nvCxnSpPr>
        <p:spPr>
          <a:xfrm>
            <a:off x="420624" y="4133087"/>
            <a:ext cx="8302752" cy="0"/>
          </a:xfrm>
          <a:prstGeom prst="line">
            <a:avLst/>
          </a:prstGeom>
          <a:ln w="25400">
            <a:solidFill>
              <a:srgbClr val="131313"/>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20624" y="4187952"/>
            <a:ext cx="475488" cy="219456"/>
          </a:xfrm>
          <a:prstGeom prst="rect">
            <a:avLst/>
          </a:prstGeom>
          <a:solidFill>
            <a:srgbClr val="1313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25000"/>
              </a:lnSpc>
              <a:spcAft>
                <a:spcPts val="0"/>
              </a:spcAft>
            </a:pPr>
            <a:r>
              <a:rPr sz="1000" b="1" i="0">
                <a:solidFill>
                  <a:srgbClr val="FFFFFF"/>
                </a:solidFill>
                <a:latin typeface="Montserrat"/>
                <a:ea typeface="Noto Sans JP"/>
                <a:cs typeface="Noto Sans JP"/>
              </a:rPr>
              <a:t>結論</a:t>
            </a:r>
          </a:p>
        </p:txBody>
      </p:sp>
      <p:sp>
        <p:nvSpPr>
          <p:cNvPr id="6" name="TextBox 5"/>
          <p:cNvSpPr txBox="1"/>
          <p:nvPr/>
        </p:nvSpPr>
        <p:spPr>
          <a:xfrm>
            <a:off x="1005840" y="4178808"/>
            <a:ext cx="7717536" cy="274320"/>
          </a:xfrm>
          <a:prstGeom prst="rect">
            <a:avLst/>
          </a:prstGeom>
          <a:noFill/>
        </p:spPr>
        <p:txBody>
          <a:bodyPr wrap="square" lIns="0" rIns="0" tIns="0" bIns="0" anchor="t">
            <a:spAutoFit/>
          </a:bodyPr>
          <a:lstStyle/>
          <a:p>
            <a:pPr algn="l">
              <a:lnSpc>
                <a:spcPct val="125000"/>
              </a:lnSpc>
              <a:spcAft>
                <a:spcPts val="0"/>
              </a:spcAft>
            </a:pPr>
            <a:r>
              <a:rPr sz="1400" b="1" i="0">
                <a:solidFill>
                  <a:srgbClr val="131313"/>
                </a:solidFill>
                <a:latin typeface="Montserrat"/>
                <a:ea typeface="Noto Sans JP"/>
                <a:cs typeface="Noto Sans JP"/>
              </a:rPr>
              <a:t>止まらないことは、努力目標ではなく設計で満たす前提条件である</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Tree>
  </p:cSld>
  <p:clrMapOvr>
    <a:masterClrMapping/>
  </p:clrMapOvr>
</p:sld>
</file>

<file path=ppt/theme/theme1.xml><?xml version="1.0" encoding="utf-8"?>
<a:theme xmlns:a="http://schemas.openxmlformats.org/drawingml/2006/main" name="2024 Nutanix PowerPoint ONLY">
  <a:themeElements>
    <a:clrScheme name="Nutanix New 2024">
      <a:dk1>
        <a:srgbClr val="131313"/>
      </a:dk1>
      <a:lt1>
        <a:srgbClr val="FFFFFF"/>
      </a:lt1>
      <a:dk2>
        <a:srgbClr val="7855FA"/>
      </a:dk2>
      <a:lt2>
        <a:srgbClr val="4B00AA"/>
      </a:lt2>
      <a:accent1>
        <a:srgbClr val="5D5D5D"/>
      </a:accent1>
      <a:accent2>
        <a:srgbClr val="1FDDE9"/>
      </a:accent2>
      <a:accent3>
        <a:srgbClr val="92DD23"/>
      </a:accent3>
      <a:accent4>
        <a:srgbClr val="FF9178"/>
      </a:accent4>
      <a:accent5>
        <a:srgbClr val="0092B0"/>
      </a:accent5>
      <a:accent6>
        <a:srgbClr val="391699"/>
      </a:accent6>
      <a:hlink>
        <a:srgbClr val="004387"/>
      </a:hlink>
      <a:folHlink>
        <a:srgbClr val="0875E1"/>
      </a:folHlink>
    </a:clrScheme>
    <a:fontScheme name="Nutanix">
      <a:majorFont>
        <a:latin typeface="Montserrat"/>
        <a:ea typeface="Noto Sans JP"/>
        <a:cs typeface=""/>
      </a:majorFont>
      <a:minorFont>
        <a:latin typeface="Montserrat"/>
        <a:ea typeface="Noto Sans JP"/>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accent6"/>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spcAft>
            <a:spcPts val="600"/>
          </a:spcAft>
          <a:defRPr dirty="0" err="1" smtClean="0"/>
        </a:defPPr>
      </a:lstStyle>
    </a:txDef>
  </a:objectDefaults>
  <a:extraClrSchemeLst/>
  <a:extLst>
    <a:ext uri="{05A4C25C-085E-4340-85A3-A5531E510DB2}">
      <thm15:themeFamily xmlns:thm15="http://schemas.microsoft.com/office/thememl/2012/main" name="Nutanix_PPTX-FirstPitchDeck-PresentationTemplate_051326" id="{BAC5A30E-CEC3-0349-93BF-937EE531C877}" vid="{94FE7A96-E7B9-E849-BA32-319F164A31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Montserrat"/>
        <a:font script="Hebr" typeface="Montserra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ntserrat"/>
        <a:font script="Uigh" typeface="Microsoft Uighur"/>
        <a:font script="Geor" typeface="Sylfaen"/>
        <a:font script="Armn" typeface="Montserrat"/>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F617C8D9934054C823F75F85B2165E1" ma:contentTypeVersion="4" ma:contentTypeDescription="Create a new document." ma:contentTypeScope="" ma:versionID="259f290a9193edb0e032f684334507bf">
  <xsd:schema xmlns:xsd="http://www.w3.org/2001/XMLSchema" xmlns:xs="http://www.w3.org/2001/XMLSchema" xmlns:p="http://schemas.microsoft.com/office/2006/metadata/properties" xmlns:ns2="d6725865-68a9-418f-875e-3a509c5adc98" targetNamespace="http://schemas.microsoft.com/office/2006/metadata/properties" ma:root="true" ma:fieldsID="303abf80cee2052f392fad4307887071" ns2:_="">
    <xsd:import namespace="d6725865-68a9-418f-875e-3a509c5adc9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725865-68a9-418f-875e-3a509c5ad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F2BDCB-9CAC-4959-AE51-3A2624E753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725865-68a9-418f-875e-3a509c5adc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CD6F83-789A-475E-80CF-70AD03397E5B}">
  <ds:schemaRefs>
    <ds:schemaRef ds:uri="http://schemas.microsoft.com/sharepoint/v3/contenttype/forms"/>
  </ds:schemaRefs>
</ds:datastoreItem>
</file>

<file path=customXml/itemProps3.xml><?xml version="1.0" encoding="utf-8"?>
<ds:datastoreItem xmlns:ds="http://schemas.openxmlformats.org/officeDocument/2006/customXml" ds:itemID="{4B61D8C5-FA1D-4B46-ADB1-2A2E01F653D7}">
  <ds:schemaRefs>
    <ds:schemaRef ds:uri="http://schemas.microsoft.com/office/2006/documentManagement/types"/>
    <ds:schemaRef ds:uri="http://purl.org/dc/terms/"/>
    <ds:schemaRef ds:uri="http://schemas.openxmlformats.org/package/2006/metadata/core-properties"/>
    <ds:schemaRef ds:uri="http://www.w3.org/XML/1998/namespace"/>
    <ds:schemaRef ds:uri="d6725865-68a9-418f-875e-3a509c5adc98"/>
    <ds:schemaRef ds:uri="http://purl.org/dc/dcmitype/"/>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1355</TotalTime>
  <Words>18013</Words>
  <Application>Microsoft Office PowerPoint</Application>
  <PresentationFormat>画面に合わせる (16:9)</PresentationFormat>
  <Paragraphs>3076</Paragraphs>
  <Slides>171</Slides>
  <Notes>160</Notes>
  <HiddenSlides>6</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171</vt:i4>
      </vt:variant>
    </vt:vector>
  </HeadingPairs>
  <TitlesOfParts>
    <vt:vector size="182" baseType="lpstr">
      <vt:lpstr>Arial</vt:lpstr>
      <vt:lpstr>Calibri</vt:lpstr>
      <vt:lpstr>Montserrat</vt:lpstr>
      <vt:lpstr>Montserrat ExtraBold</vt:lpstr>
      <vt:lpstr>Montserrat ExtraLight</vt:lpstr>
      <vt:lpstr>Montserrat Light</vt:lpstr>
      <vt:lpstr>Montserrat Medium</vt:lpstr>
      <vt:lpstr>Montserrat SemiBold</vt:lpstr>
      <vt:lpstr>Noto Sans</vt:lpstr>
      <vt:lpstr>Wingdings</vt:lpstr>
      <vt:lpstr>2024 Nutanix PowerPoint ONLY</vt:lpstr>
      <vt:lpstr>スケジュールと資料提出</vt:lpstr>
      <vt:lpstr>.NEXT プレゼン資料作成ガイド-1</vt:lpstr>
      <vt:lpstr>.NEXT プレゼン資料作成ガイド-2</vt:lpstr>
      <vt:lpstr>.NEXT プレゼン資料作成ガイド-3</vt:lpstr>
      <vt:lpstr>.NEXT プレゼン資料作成ガイド-4</vt:lpstr>
      <vt:lpstr>提出前の最終チェックリスト</vt:lpstr>
      <vt:lpstr>Title Slide</vt:lpstr>
      <vt:lpstr>PowerPoint プレゼンテーション</vt:lpstr>
      <vt:lpstr>タイトル</vt:lpstr>
      <vt:lpstr>タイトル</vt:lpstr>
      <vt:lpstr>PowerPoint プレゼンテーション</vt:lpstr>
      <vt:lpstr>Corporate  Narrative</vt:lpstr>
      <vt:lpstr>PowerPoint プレゼンテーション</vt:lpstr>
      <vt:lpstr>The Rules of Enterprise IT  Have Fundamentally Changed</vt:lpstr>
      <vt:lpstr>Unprecedented Pressures on Enterprise IT</vt:lpstr>
      <vt:lpstr>PowerPoint プレゼンテーション</vt:lpstr>
      <vt:lpstr>Trusted Technology Partner  That Enables You to:</vt:lpstr>
      <vt:lpstr>Nutanix:  One Platform, One Experience. Run Anywhere.</vt:lpstr>
      <vt:lpstr>Outcomes That a Modern Enterprise Platform Delivers</vt:lpstr>
      <vt:lpstr>Innovate Faster with Nutanix</vt:lpstr>
      <vt:lpstr>Modernize Now with Nutanix</vt:lpstr>
      <vt:lpstr>Run Better  with Nutanix</vt:lpstr>
      <vt:lpstr>Run Better  with Nutanix</vt:lpstr>
      <vt:lpstr>Our Story: A Foundation Built for the AI Era</vt:lpstr>
      <vt:lpstr>What Makes Nutanix Different?</vt:lpstr>
      <vt:lpstr>Realize Benefits of Sustainable Infrastructure</vt:lpstr>
      <vt:lpstr>Trusted by Leading Companies — Worldwide</vt:lpstr>
      <vt:lpstr>Trusted by Leading Companies — Americas</vt:lpstr>
      <vt:lpstr>Trusted by Leading Companies — APAC</vt:lpstr>
      <vt:lpstr>Trusted by Leading Companies — EMEA</vt:lpstr>
      <vt:lpstr>Nutanix Recognized as a Leader  by Industry Analysts</vt:lpstr>
      <vt:lpstr>Customer  Stories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About Nutanix  Slides</vt:lpstr>
      <vt:lpstr>Nutanix-At-A-Glance</vt:lpstr>
      <vt:lpstr>One Platform for All Apps, Data &amp; AI Anywhere</vt:lpstr>
      <vt:lpstr>Realize Benefits of Sustainable Infrastructure</vt:lpstr>
      <vt:lpstr>An Experienced Leadership Team</vt:lpstr>
      <vt:lpstr>Ecosystem</vt:lpstr>
      <vt:lpstr>PowerPoint プレゼンテーション</vt:lpstr>
      <vt:lpstr>PowerPoint プレゼンテーション</vt:lpstr>
      <vt:lpstr>Analyst  Recognition</vt:lpstr>
      <vt:lpstr>2025 Gartner® Magic Quadrant™</vt:lpstr>
      <vt:lpstr>2025 Gartner® Magic Quadrant™</vt:lpstr>
      <vt:lpstr>2025 Gartner® Magic Quadrant™</vt:lpstr>
      <vt:lpstr>2025 Gartner® Magic Quadrant™</vt:lpstr>
      <vt:lpstr>A New Leader Has Arrived</vt:lpstr>
      <vt:lpstr>A New Leader Has Arrived</vt:lpstr>
      <vt:lpstr>Thank You</vt:lpstr>
      <vt:lpstr>Template Files</vt:lpstr>
      <vt:lpstr>01</vt:lpstr>
      <vt:lpstr>Agenda</vt:lpstr>
      <vt:lpstr>Title Placeholder</vt:lpstr>
      <vt:lpstr>Title Placeholder</vt:lpstr>
      <vt:lpstr>Title Placeholder</vt:lpstr>
      <vt:lpstr>Title Placeholder</vt:lpstr>
      <vt:lpstr>Title Placeholder</vt:lpstr>
      <vt:lpstr>PowerPoint プレゼンテーション</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Six Part Funnel with Subheads</vt:lpstr>
      <vt:lpstr>Five Part Funnel</vt:lpstr>
      <vt:lpstr>Four Part Funnel</vt:lpstr>
      <vt:lpstr>Three Part Funnel</vt:lpstr>
      <vt:lpstr>Two Part Funnel</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Title Placeholder</vt:lpstr>
      <vt:lpstr>Bar Graphs: Using Colors Correctly</vt:lpstr>
      <vt:lpstr>Bar Graphs: Using Colors Correctly</vt:lpstr>
      <vt:lpstr>Bar Graphs: Using Colors Correctly</vt:lpstr>
      <vt:lpstr>Bar Graphs: Using Colors Correctly</vt:lpstr>
      <vt:lpstr>Tables</vt:lpstr>
      <vt:lpstr>Title Placeholder</vt:lpstr>
      <vt:lpstr>Thank You</vt:lpstr>
      <vt:lpstr>Icons</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Architecture Diagram Guidelines</vt:lpstr>
      <vt:lpstr>Release 1-2023.11.13</vt:lpstr>
      <vt:lpstr>Introduction</vt:lpstr>
      <vt:lpstr>About Nutanix Architecture Diagrams Guideline</vt:lpstr>
      <vt:lpstr>Examples</vt:lpstr>
      <vt:lpstr>Prism Services</vt:lpstr>
      <vt:lpstr>Traditional I/O Path</vt:lpstr>
      <vt:lpstr>NC2 Azure Networking</vt:lpstr>
      <vt:lpstr>Foundation</vt:lpstr>
      <vt:lpstr>Foundation Elements</vt:lpstr>
      <vt:lpstr>Foundation Elements</vt:lpstr>
      <vt:lpstr>Guidelines</vt:lpstr>
      <vt:lpstr>Cheat Sheet</vt:lpstr>
      <vt:lpstr>Groups</vt:lpstr>
      <vt:lpstr>Overlay Group</vt:lpstr>
      <vt:lpstr>Arrows</vt:lpstr>
      <vt:lpstr>Services/Resources</vt:lpstr>
      <vt:lpstr>Multi-Instance</vt:lpstr>
      <vt:lpstr>Numbered Callouts</vt:lpstr>
      <vt:lpstr>Color Palette</vt:lpstr>
      <vt:lpstr>Elements</vt:lpstr>
      <vt:lpstr>Internal: Lucid Template and Library</vt:lpstr>
      <vt:lpstr>Internal: Lucid Template and Library</vt:lpstr>
      <vt:lpstr>Layers</vt:lpstr>
      <vt:lpstr>Arrows</vt:lpstr>
      <vt:lpstr>Services/Resources</vt:lpstr>
      <vt:lpstr>Multi-Instance</vt:lpstr>
      <vt:lpstr>Numbered Callouts</vt:lpstr>
      <vt:lpstr>Overlay Group</vt:lpstr>
      <vt:lpstr>Icons (Coming Soon)</vt:lpstr>
      <vt:lpstr>More Examples</vt:lpstr>
      <vt:lpstr>Multi-AZ Highly Available Application</vt:lpstr>
      <vt:lpstr>HCI Cluster</vt:lpstr>
      <vt:lpstr>Prism Central Management</vt:lpstr>
      <vt:lpstr>Kubernetes Cluster Networking</vt:lpstr>
      <vt:lpstr>Kubernetes Storage &amp; Data Services</vt:lpstr>
      <vt:lpstr>Kubernetes Multicluster Management</vt:lpstr>
      <vt:lpstr>NDK: BCDR Use Case</vt:lpstr>
      <vt:lpstr>CSI 3.0: Topology-Aware Dynamic Provisioning</vt:lpstr>
      <vt:lpstr>Architecture Diagram Feedback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Tomoharu Shimano （島野 知治）</dc:creator>
  <cp:keywords/>
  <dc:description/>
  <cp:lastModifiedBy>Tomoharu Shimano （島野 知治）</cp:lastModifiedBy>
  <cp:revision>7</cp:revision>
  <dcterms:created xsi:type="dcterms:W3CDTF">2026-05-27T07:02:37Z</dcterms:created>
  <dcterms:modified xsi:type="dcterms:W3CDTF">2026-07-10T09:18:37Z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0x0101002F617C8D9934054C823F75F85B2165E1</vt:lpwstr>
  </property>
</Properties>
</file>